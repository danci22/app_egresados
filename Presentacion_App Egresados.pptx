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70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6858000" cy="9144000"/>
  <p:embeddedFontLst>
    <p:embeddedFont>
      <p:font typeface="Constantia"/>
      <p:regular r:id="rId24"/>
      <p:bold r:id="rId25"/>
      <p:italic r:id="rId26"/>
      <p:boldItalic r:id="rId27"/>
    </p:embeddedFont>
    <p:embeddedFont>
      <p:font typeface="Open Sans Light"/>
      <p:regular r:id="rId28"/>
      <p:bold r:id="rId29"/>
      <p:italic r:id="rId30"/>
      <p:boldItalic r:id="rId31"/>
    </p:embeddedFont>
    <p:embeddedFont>
      <p:font typeface="Century Gothic"/>
      <p:regular r:id="rId32"/>
      <p:bold r:id="rId33"/>
      <p:italic r:id="rId34"/>
      <p:boldItalic r:id="rId35"/>
    </p:embeddedFont>
    <p:embeddedFont>
      <p:font typeface="Karla"/>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W0MIiHukttx6nsXEumLkyrQ1x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EE09E7-7EF1-4A4E-8A03-F1421A274B18}">
  <a:tblStyle styleId="{1FEE09E7-7EF1-4A4E-8A03-F1421A274B18}" styleName="Table_0">
    <a:wholeTbl>
      <a:tcTxStyle b="off" i="off">
        <a:font>
          <a:latin typeface="Univers Condensed Light"/>
          <a:ea typeface="Univers Condensed Light"/>
          <a:cs typeface="Univers Condensed Ligh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EEF"/>
          </a:solidFill>
        </a:fill>
      </a:tcStyle>
    </a:wholeTbl>
    <a:band1H>
      <a:tcTxStyle/>
      <a:tcStyle>
        <a:fill>
          <a:solidFill>
            <a:srgbClr val="F6DBDE"/>
          </a:solidFill>
        </a:fill>
      </a:tcStyle>
    </a:band1H>
    <a:band2H>
      <a:tcTxStyle/>
    </a:band2H>
    <a:band1V>
      <a:tcTxStyle/>
      <a:tcStyle>
        <a:fill>
          <a:solidFill>
            <a:srgbClr val="F6DBDE"/>
          </a:solidFill>
        </a:fill>
      </a:tcStyle>
    </a:band1V>
    <a:band2V>
      <a:tcTxStyle/>
    </a:band2V>
    <a:lastCol>
      <a:tcTxStyle b="on" i="off">
        <a:font>
          <a:latin typeface="Univers Condensed Light"/>
          <a:ea typeface="Univers Condensed Light"/>
          <a:cs typeface="Univers Condensed Light"/>
        </a:font>
        <a:schemeClr val="lt1"/>
      </a:tcTxStyle>
      <a:tcStyle>
        <a:fill>
          <a:solidFill>
            <a:schemeClr val="accent1"/>
          </a:solidFill>
        </a:fill>
      </a:tcStyle>
    </a:lastCol>
    <a:firstCol>
      <a:tcTxStyle b="on" i="off">
        <a:font>
          <a:latin typeface="Univers Condensed Light"/>
          <a:ea typeface="Univers Condensed Light"/>
          <a:cs typeface="Univers Condensed Light"/>
        </a:font>
        <a:schemeClr val="lt1"/>
      </a:tcTxStyle>
      <a:tcStyle>
        <a:fill>
          <a:solidFill>
            <a:schemeClr val="accent1"/>
          </a:solidFill>
        </a:fill>
      </a:tcStyle>
    </a:firstCol>
    <a:lastRow>
      <a:tcTxStyle b="on" i="off">
        <a:font>
          <a:latin typeface="Univers Condensed Light"/>
          <a:ea typeface="Univers Condensed Light"/>
          <a:cs typeface="Univers Condensed Ligh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Univers Condensed Light"/>
          <a:ea typeface="Univers Condensed Light"/>
          <a:cs typeface="Univers Condensed Ligh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Light-boldItalic.fntdata"/><Relationship Id="rId30" Type="http://schemas.openxmlformats.org/officeDocument/2006/relationships/font" Target="fonts/OpenSansLight-italic.fntdata"/><Relationship Id="rId33" Type="http://schemas.openxmlformats.org/officeDocument/2006/relationships/font" Target="fonts/CenturyGothic-bold.fntdata"/><Relationship Id="rId32" Type="http://schemas.openxmlformats.org/officeDocument/2006/relationships/font" Target="fonts/CenturyGothic-regular.fntdata"/><Relationship Id="rId35" Type="http://schemas.openxmlformats.org/officeDocument/2006/relationships/font" Target="fonts/CenturyGothic-boldItalic.fntdata"/><Relationship Id="rId34" Type="http://schemas.openxmlformats.org/officeDocument/2006/relationships/font" Target="fonts/CenturyGothic-italic.fntdata"/><Relationship Id="rId37" Type="http://schemas.openxmlformats.org/officeDocument/2006/relationships/font" Target="fonts/Karla-bold.fntdata"/><Relationship Id="rId36" Type="http://schemas.openxmlformats.org/officeDocument/2006/relationships/font" Target="fonts/Karla-regular.fntdata"/><Relationship Id="rId39" Type="http://schemas.openxmlformats.org/officeDocument/2006/relationships/font" Target="fonts/Karla-boldItalic.fntdata"/><Relationship Id="rId38" Type="http://schemas.openxmlformats.org/officeDocument/2006/relationships/font" Target="fonts/Karla-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Constantia-regular.fntdata"/><Relationship Id="rId23" Type="http://schemas.openxmlformats.org/officeDocument/2006/relationships/slide" Target="slides/slide17.xml"/><Relationship Id="rId26" Type="http://schemas.openxmlformats.org/officeDocument/2006/relationships/font" Target="fonts/Constantia-italic.fntdata"/><Relationship Id="rId25" Type="http://schemas.openxmlformats.org/officeDocument/2006/relationships/font" Target="fonts/Constantia-bold.fntdata"/><Relationship Id="rId28" Type="http://schemas.openxmlformats.org/officeDocument/2006/relationships/font" Target="fonts/OpenSansLight-regular.fntdata"/><Relationship Id="rId27" Type="http://schemas.openxmlformats.org/officeDocument/2006/relationships/font" Target="fonts/Constantia-boldItalic.fntdata"/><Relationship Id="rId29" Type="http://schemas.openxmlformats.org/officeDocument/2006/relationships/font" Target="fonts/OpenSansLight-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contenido generado por IA puede ser incorrecto.</a:t>
            </a:r>
            <a:br>
              <a:rPr lang="en-US"/>
            </a:br>
            <a:br>
              <a:rPr lang="en-US"/>
            </a:br>
            <a:r>
              <a:rPr lang="en-US"/>
              <a:t>---</a:t>
            </a:r>
            <a:br>
              <a:rPr lang="en-US"/>
            </a:br>
            <a:br>
              <a:rPr lang="en-US"/>
            </a:br>
            <a:br>
              <a:rPr lang="en-US"/>
            </a:br>
            <a:endParaRPr/>
          </a:p>
        </p:txBody>
      </p:sp>
      <p:sp>
        <p:nvSpPr>
          <p:cNvPr id="447" name="Google Shape;44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a:t>
            </a:r>
            <a:br>
              <a:rPr lang="en-US"/>
            </a:br>
            <a:br>
              <a:rPr lang="en-US"/>
            </a:br>
            <a:r>
              <a:rPr lang="en-US"/>
              <a:t>Objetivo y problemática del sistema</a:t>
            </a:r>
            <a:br>
              <a:rPr lang="en-US"/>
            </a:br>
            <a:br>
              <a:rPr lang="en-US"/>
            </a:br>
            <a:endParaRPr/>
          </a:p>
        </p:txBody>
      </p:sp>
      <p:sp>
        <p:nvSpPr>
          <p:cNvPr id="455" name="Google Shape;45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a:t>
            </a:r>
            <a:br>
              <a:rPr lang="en-US"/>
            </a:br>
            <a:br>
              <a:rPr lang="en-US"/>
            </a:br>
            <a:br>
              <a:rPr lang="en-US"/>
            </a:br>
            <a:r>
              <a:rPr lang="en-US"/>
              <a:t>El objetivo principal del proyecto es digitalizar y agilizar el proceso de titulación para los egresados del TecNM Conkal. Actualmente, los procesos manuales generan retrasos, falta de seguimiento y escasa comunicación entre estudiantes y personal administrativo. Esta situación afecta la eficiencia institucional y la experiencia del usuario. El sistema propuesto busca resolver estos problemas mediante una plataforma integral que centraliza funciones clave como la carga de documentos, seguimiento del proceso, comunicación directa y notificaciones automáticas. Al implementar esta solución, se espera mejorar la transparencia, reducir trámites presenciales y garantizar la seguridad de los datos académicos.</a:t>
            </a:r>
            <a:br>
              <a:rPr lang="en-US"/>
            </a:br>
            <a:br>
              <a:rPr lang="en-US"/>
            </a:br>
            <a:endParaRPr/>
          </a:p>
        </p:txBody>
      </p:sp>
      <p:sp>
        <p:nvSpPr>
          <p:cNvPr id="461" name="Google Shape;4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a:t>
            </a:r>
            <a:br>
              <a:rPr lang="en-US"/>
            </a:br>
            <a:br>
              <a:rPr lang="en-US"/>
            </a:br>
            <a:r>
              <a:rPr lang="en-US"/>
              <a:t>Transición de concepto a solución digital</a:t>
            </a:r>
            <a:br>
              <a:rPr lang="en-US"/>
            </a:br>
            <a:br>
              <a:rPr lang="en-US"/>
            </a:br>
            <a:endParaRPr/>
          </a:p>
        </p:txBody>
      </p:sp>
      <p:sp>
        <p:nvSpPr>
          <p:cNvPr id="469" name="Google Shape;4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a:t>
            </a:r>
            <a:br>
              <a:rPr lang="en-US"/>
            </a:br>
            <a:br>
              <a:rPr lang="en-US"/>
            </a:br>
            <a:br>
              <a:rPr lang="en-US"/>
            </a:br>
            <a:r>
              <a:rPr lang="en-US"/>
              <a:t>El producto evolucionó desde una idea conceptual hasta convertirse en una solución digital integral. Se realizaron mejoras significativas en la interfaz de usuario (UI/UX), priorizando la usabilidad y la jerarquía de la información. La pantalla de inicio destaca el progreso de titulación, mientras que el perfil segmenta los datos académicos de forma clara. Se implementó una barra de navegación inferior que facilita el acceso a módulos esenciales como Perfil, Progreso y Mensajes. Además, se formalizó el alcance funcional con funcionalidades mínimas viables como registro, carga segura, control de estatus, notificaciones y chat interno. El sistema contempla una doble interfaz para egresados y personal administrativo, atendiendo las necesidades específicas de cada rol.</a:t>
            </a:r>
            <a:br>
              <a:rPr lang="en-US"/>
            </a:br>
            <a:br>
              <a:rPr lang="en-US"/>
            </a:br>
            <a:endParaRPr/>
          </a:p>
        </p:txBody>
      </p:sp>
      <p:sp>
        <p:nvSpPr>
          <p:cNvPr id="475" name="Google Shape;4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https://conkal-my.sharepoint.com/personal/l22800126_conkal_tecnm_mx/Documents/Archivos%20de%20chat%20de%20Microsoft%C2%A0Copilot/Competencias%20Espec%C3%ADficas_2%20(1).pdf</a:t>
            </a:r>
            <a:br>
              <a:rPr lang="en-US"/>
            </a:br>
            <a:br>
              <a:rPr lang="en-US"/>
            </a:br>
            <a:r>
              <a:rPr lang="en-US"/>
              <a:t>Módulos clave del sistema</a:t>
            </a:r>
            <a:br>
              <a:rPr lang="en-US"/>
            </a:br>
            <a:br>
              <a:rPr lang="en-US"/>
            </a:br>
            <a:endParaRPr/>
          </a:p>
        </p:txBody>
      </p:sp>
      <p:sp>
        <p:nvSpPr>
          <p:cNvPr id="483" name="Google Shape;48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https://conkal-my.sharepoint.com/personal/l22800126_conkal_tecnm_mx/Documents/Archivos%20de%20chat%20de%20Microsoft%C2%A0Copilot/Competencias%20Espec%C3%ADficas_2%20(1).pdf</a:t>
            </a:r>
            <a:br>
              <a:rPr lang="en-US"/>
            </a:br>
            <a:br>
              <a:rPr lang="en-US"/>
            </a:br>
            <a:br>
              <a:rPr lang="en-US"/>
            </a:br>
            <a:r>
              <a:rPr lang="en-US"/>
              <a:t>El sistema está compuesto por varios módulos clave que permiten una gestión eficiente del proceso de titulación. El módulo de Perfil permite visualizar y editar información académica y personal. El módulo de Expediente facilita la carga y validación de documentos requeridos, cumpliendo con especificaciones de formato y tamaño. El módulo de Estatus muestra el avance del proceso mediante una línea de tiempo visual. La mensajería interna permite la comunicación directa entre egresados y asesores, mientras que el sistema de notificaciones informa sobre eventos importantes como aprobaciones o rechazos de documentos. Estos módulos están diseñados para ser accesibles desde dispositivos móviles, siguiendo un enfoque mobile-first.</a:t>
            </a:r>
            <a:br>
              <a:rPr lang="en-US"/>
            </a:br>
            <a:br>
              <a:rPr lang="en-US"/>
            </a:br>
            <a:endParaRPr/>
          </a:p>
        </p:txBody>
      </p:sp>
      <p:sp>
        <p:nvSpPr>
          <p:cNvPr id="489" name="Google Shape;48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a:t>
            </a:r>
            <a:br>
              <a:rPr lang="en-US"/>
            </a:br>
            <a:br>
              <a:rPr lang="en-US"/>
            </a:br>
            <a:r>
              <a:rPr lang="en-US"/>
              <a:t>Aplicación de metodología ágil</a:t>
            </a:r>
            <a:br>
              <a:rPr lang="en-US"/>
            </a:br>
            <a:br>
              <a:rPr lang="en-US"/>
            </a:br>
            <a:endParaRPr/>
          </a:p>
        </p:txBody>
      </p:sp>
      <p:sp>
        <p:nvSpPr>
          <p:cNvPr id="497" name="Google Shape;49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a:t>
            </a:r>
            <a:br>
              <a:rPr lang="en-US"/>
            </a:br>
            <a:br>
              <a:rPr lang="en-US"/>
            </a:br>
            <a:br>
              <a:rPr lang="en-US"/>
            </a:br>
            <a:r>
              <a:rPr lang="en-US"/>
              <a:t>El proyecto se desarrolló utilizando la metodología ágil Scrum, lo que permitió una entrega progresiva de resultados y una mejor adaptación a los cambios. Se definieron roles específicos como Product Owner, Scrum Master, desarrolladores y testers. Se planificaron sprints semanales con tareas claras y criterios de aceptación. Los artefactos utilizados incluyen Historias de Usuario (HU), Diagramas de Casos de Uso (DCU) y Requisitos No Funcionales (RNF). Esta metodología fomentó la colaboración, la trazabilidad y la mejora continua del producto, asegurando que cada funcionalidad cumpliera con los estándares de calidad y seguridad establecidos.</a:t>
            </a:r>
            <a:br>
              <a:rPr lang="en-US"/>
            </a:br>
            <a:br>
              <a:rPr lang="en-US"/>
            </a:br>
            <a:endParaRPr/>
          </a:p>
        </p:txBody>
      </p:sp>
      <p:sp>
        <p:nvSpPr>
          <p:cNvPr id="503" name="Google Shape;50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https://conkal-my.sharepoint.com/personal/l22800126_conkal_tecnm_mx/_layouts/15/Doc.aspx?sourcedoc=%7B4AF4D2A6-ABA4-4C86-91CC-A96E3B0F74A5%7D&amp;file=Metrica%20de%20contribuicion%20(1).docx&amp;action=default&amp;mobileredirect=true</a:t>
            </a:r>
            <a:br>
              <a:rPr lang="en-US"/>
            </a:br>
            <a:br>
              <a:rPr lang="en-US"/>
            </a:br>
            <a:r>
              <a:rPr lang="en-US"/>
              <a:t>Fortalecimiento técnico y metodológico</a:t>
            </a:r>
            <a:br>
              <a:rPr lang="en-US"/>
            </a:br>
            <a:br>
              <a:rPr lang="en-US"/>
            </a:br>
            <a:endParaRPr/>
          </a:p>
        </p:txBody>
      </p:sp>
      <p:sp>
        <p:nvSpPr>
          <p:cNvPr id="511" name="Google Shape;51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https://conkal-my.sharepoint.com/personal/l22800126_conkal_tecnm_mx/_layouts/15/Doc.aspx?sourcedoc=%7B4AF4D2A6-ABA4-4C86-91CC-A96E3B0F74A5%7D&amp;file=Metrica%20de%20contribuicion%20(1).docx&amp;action=default&amp;mobileredirect=true</a:t>
            </a:r>
            <a:br>
              <a:rPr lang="en-US"/>
            </a:br>
            <a:br>
              <a:rPr lang="en-US"/>
            </a:br>
            <a:br>
              <a:rPr lang="en-US"/>
            </a:br>
            <a:r>
              <a:rPr lang="en-US"/>
              <a:t>Durante el desarrollo del sistema, el equipo fortaleció diversas competencias técnicas y metodológicas. Se promovió el análisis, diseño y desarrollo de sistemas de información mediante la elaboración de diagramas, modelado de bases de datos y diseño arquitectónico. La gestión de proyectos se consolidó con la aplicación de Scrum, planificación de sprints y control de entregables. Se adquirieron habilidades en programación multiplataforma, utilizando Android Studio y herramientas como GitHub. Además, se aplicaron prácticas de seguridad informática como cifrado AES-256 y autenticación segura. Finalmente, se realizaron pruebas funcionales, de usabilidad y rendimiento, fomentando la mejora continua del software.</a:t>
            </a:r>
            <a:br>
              <a:rPr lang="en-US"/>
            </a:br>
            <a:br>
              <a:rPr lang="en-US"/>
            </a:br>
            <a:endParaRPr/>
          </a:p>
        </p:txBody>
      </p:sp>
      <p:sp>
        <p:nvSpPr>
          <p:cNvPr id="517" name="Google Shape;51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https://conkal-my.sharepoint.com/personal/l22800126_conkal_tecnm_mx/_layouts/15/Doc.aspx?sourcedoc=%7B4AF4D2A6-ABA4-4C86-91CC-A96E3B0F74A5%7D&amp;file=Metrica%20de%20contribuicion%20(1).docx&amp;action=default&amp;mobileredirect=true</a:t>
            </a:r>
            <a:br>
              <a:rPr lang="en-US"/>
            </a:br>
            <a:br>
              <a:rPr lang="en-US"/>
            </a:br>
            <a:r>
              <a:rPr lang="en-US"/>
              <a:t>Distribución de tareas por sprint</a:t>
            </a:r>
            <a:br>
              <a:rPr lang="en-US"/>
            </a:br>
            <a:br>
              <a:rPr lang="en-US"/>
            </a:br>
            <a:endParaRPr/>
          </a:p>
        </p:txBody>
      </p:sp>
      <p:sp>
        <p:nvSpPr>
          <p:cNvPr id="525" name="Google Shape;52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https://conkal-my.sharepoint.com/personal/l22800126_conkal_tecnm_mx/_layouts/15/Doc.aspx?sourcedoc=%7B4AF4D2A6-ABA4-4C86-91CC-A96E3B0F74A5%7D&amp;file=Metrica%20de%20contribuicion%20(1).docx&amp;action=default&amp;mobileredirect=true</a:t>
            </a:r>
            <a:br>
              <a:rPr lang="en-US"/>
            </a:br>
            <a:br>
              <a:rPr lang="en-US"/>
            </a:br>
            <a:br>
              <a:rPr lang="en-US"/>
            </a:br>
            <a:r>
              <a:rPr lang="en-US"/>
              <a:t>La métrica de contribución refleja el trabajo colaborativo del equipo a lo largo de cinco sprints. En el Sprint 1 se configuró el entorno y se desarrolló el módulo de inicio de sesión. El Sprint 2 se centró en la carga de documentos y visualización del progreso. En el Sprint 3 se implementó el seguimiento del proceso. El Sprint 4 abordó el perfil editable y la mensajería interna. Finalmente, el Sprint 5 incluyó ajustes finales y documentación. Cada integrante asumió roles específicos: Brayan como coordinador y backend, Diego en desarrollo backend, Daniela en frontend y Yulisa como tester y documentadora. Esta distribución permitió una ejecución eficiente y trazable del proyecto.</a:t>
            </a:r>
            <a:br>
              <a:rPr lang="en-US"/>
            </a:br>
            <a:br>
              <a:rPr lang="en-US"/>
            </a:br>
            <a:endParaRPr/>
          </a:p>
        </p:txBody>
      </p:sp>
      <p:sp>
        <p:nvSpPr>
          <p:cNvPr id="531" name="Google Shape;53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a:t>
            </a:r>
            <a:br>
              <a:rPr lang="en-US"/>
            </a:br>
            <a:br>
              <a:rPr lang="en-US"/>
            </a:br>
            <a:r>
              <a:rPr lang="en-US"/>
              <a:t>Impacto y proyección futura</a:t>
            </a:r>
            <a:br>
              <a:rPr lang="en-US"/>
            </a:br>
            <a:br>
              <a:rPr lang="en-US"/>
            </a:br>
            <a:endParaRPr/>
          </a:p>
        </p:txBody>
      </p:sp>
      <p:sp>
        <p:nvSpPr>
          <p:cNvPr id="538" name="Google Shape;53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a:t>
            </a:r>
            <a:br>
              <a:rPr lang="en-US"/>
            </a:br>
            <a:br>
              <a:rPr lang="en-US"/>
            </a:br>
            <a:r>
              <a:rPr lang="en-US"/>
              <a:t>Impacto y proyección futura</a:t>
            </a:r>
            <a:br>
              <a:rPr lang="en-US"/>
            </a:br>
            <a:br>
              <a:rPr lang="en-US"/>
            </a:br>
            <a:endParaRPr/>
          </a:p>
        </p:txBody>
      </p:sp>
      <p:sp>
        <p:nvSpPr>
          <p:cNvPr id="550" name="Google Shape;55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a:t>
            </a:r>
            <a:br>
              <a:rPr lang="en-US"/>
            </a:br>
            <a:r>
              <a:rPr lang="en-US"/>
              <a:t>Esta diapositiva hace referencia a información del siguiente archivo: https://conkal-my.sharepoint.com/personal/l22800126_conkal_tecnm_mx/Documents/Archivos%20de%20chat%20de%20Microsoft%C2%A0Copilot/Evoluci%C3%B3n%20del%20Producto.pdf</a:t>
            </a:r>
            <a:br>
              <a:rPr lang="en-US"/>
            </a:br>
            <a:br>
              <a:rPr lang="en-US"/>
            </a:br>
            <a:br>
              <a:rPr lang="en-US"/>
            </a:br>
            <a:r>
              <a:rPr lang="en-US"/>
              <a:t>El sistema integral de titulación representa un avance significativo en la digitalización de procesos académicos. Su implementación mejora la transparencia, reduce los trámites presenciales y garantiza la seguridad de los datos. La estructura modular y el enfoque mobile-first aseguran accesibilidad y escalabilidad. A futuro, se proyecta la incorporación de algoritmos de validación automática de documentos, lo que disminuirá la carga administrativa y aumentará la eficiencia institucional. Este proyecto demuestra cómo la ingeniería de software puede transformar procesos educativos mediante soluciones tecnológicas centradas en el usuario.</a:t>
            </a:r>
            <a:br>
              <a:rPr lang="en-US"/>
            </a:br>
            <a:br>
              <a:rPr lang="en-US"/>
            </a:br>
            <a:endParaRPr/>
          </a:p>
        </p:txBody>
      </p:sp>
      <p:sp>
        <p:nvSpPr>
          <p:cNvPr id="556" name="Google Shape;55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3" showMasterSp="0">
  <p:cSld name="Title with Picture 3">
    <p:bg>
      <p:bgPr>
        <a:solidFill>
          <a:schemeClr val="lt1"/>
        </a:solidFill>
      </p:bgPr>
    </p:bg>
    <p:spTree>
      <p:nvGrpSpPr>
        <p:cNvPr id="15" name="Shape 15"/>
        <p:cNvGrpSpPr/>
        <p:nvPr/>
      </p:nvGrpSpPr>
      <p:grpSpPr>
        <a:xfrm>
          <a:off x="0" y="0"/>
          <a:ext cx="0" cy="0"/>
          <a:chOff x="0" y="0"/>
          <a:chExt cx="0" cy="0"/>
        </a:xfrm>
      </p:grpSpPr>
      <p:grpSp>
        <p:nvGrpSpPr>
          <p:cNvPr id="16" name="Google Shape;16;p19"/>
          <p:cNvGrpSpPr/>
          <p:nvPr/>
        </p:nvGrpSpPr>
        <p:grpSpPr>
          <a:xfrm>
            <a:off x="365760" y="366348"/>
            <a:ext cx="4886768" cy="6125303"/>
            <a:chOff x="521210" y="647905"/>
            <a:chExt cx="11365967" cy="5565740"/>
          </a:xfrm>
        </p:grpSpPr>
        <p:sp>
          <p:nvSpPr>
            <p:cNvPr id="17" name="Google Shape;17;p19"/>
            <p:cNvSpPr/>
            <p:nvPr/>
          </p:nvSpPr>
          <p:spPr>
            <a:xfrm>
              <a:off x="725402" y="1009217"/>
              <a:ext cx="11161775" cy="5204428"/>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18" name="Google Shape;18;p19"/>
            <p:cNvSpPr/>
            <p:nvPr/>
          </p:nvSpPr>
          <p:spPr>
            <a:xfrm>
              <a:off x="521210" y="647905"/>
              <a:ext cx="10911523"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19" name="Google Shape;19;p19"/>
          <p:cNvSpPr txBox="1"/>
          <p:nvPr>
            <p:ph type="title"/>
          </p:nvPr>
        </p:nvSpPr>
        <p:spPr>
          <a:xfrm>
            <a:off x="593541" y="603503"/>
            <a:ext cx="4235820" cy="373989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5200"/>
              <a:buFont typeface="Century Gothic"/>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9"/>
          <p:cNvSpPr txBox="1"/>
          <p:nvPr>
            <p:ph idx="1" type="subTitle"/>
          </p:nvPr>
        </p:nvSpPr>
        <p:spPr>
          <a:xfrm>
            <a:off x="593541" y="4661255"/>
            <a:ext cx="4235820" cy="1380744"/>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dk1"/>
              </a:buClr>
              <a:buSzPts val="1800"/>
              <a:buNone/>
              <a:defRPr sz="1800" cap="none"/>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21" name="Google Shape;21;p19"/>
          <p:cNvPicPr preferRelativeResize="0"/>
          <p:nvPr>
            <p:ph idx="2" type="pic"/>
          </p:nvPr>
        </p:nvPicPr>
        <p:blipFill/>
        <p:spPr>
          <a:xfrm>
            <a:off x="5613962" y="0"/>
            <a:ext cx="6578038" cy="6858000"/>
          </a:xfrm>
          <a:prstGeom prst="rect">
            <a:avLst/>
          </a:prstGeom>
          <a:blipFill rotWithShape="1">
            <a:blip r:embed="rId2">
              <a:alphaModFix amt="85000"/>
            </a:blip>
            <a:stretch>
              <a:fillRect b="0" l="0" r="0" t="0"/>
            </a:stretch>
          </a:blipFill>
          <a:ln>
            <a:noFill/>
          </a:ln>
        </p:spPr>
      </p:pic>
      <p:cxnSp>
        <p:nvCxnSpPr>
          <p:cNvPr id="22" name="Google Shape;22;p19"/>
          <p:cNvCxnSpPr/>
          <p:nvPr/>
        </p:nvCxnSpPr>
        <p:spPr>
          <a:xfrm>
            <a:off x="5594712"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4">
  <p:cSld name="Content with Picture 4">
    <p:spTree>
      <p:nvGrpSpPr>
        <p:cNvPr id="23" name="Shape 23"/>
        <p:cNvGrpSpPr/>
        <p:nvPr/>
      </p:nvGrpSpPr>
      <p:grpSpPr>
        <a:xfrm>
          <a:off x="0" y="0"/>
          <a:ext cx="0" cy="0"/>
          <a:chOff x="0" y="0"/>
          <a:chExt cx="0" cy="0"/>
        </a:xfrm>
      </p:grpSpPr>
      <p:sp>
        <p:nvSpPr>
          <p:cNvPr id="24" name="Google Shape;24;p23"/>
          <p:cNvSpPr txBox="1"/>
          <p:nvPr>
            <p:ph type="title"/>
          </p:nvPr>
        </p:nvSpPr>
        <p:spPr>
          <a:xfrm>
            <a:off x="612647" y="552478"/>
            <a:ext cx="6858000" cy="9326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3"/>
          <p:cNvSpPr txBox="1"/>
          <p:nvPr>
            <p:ph idx="1" type="body"/>
          </p:nvPr>
        </p:nvSpPr>
        <p:spPr>
          <a:xfrm>
            <a:off x="612647" y="1627632"/>
            <a:ext cx="6858000" cy="453537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3"/>
          <p:cNvSpPr txBox="1"/>
          <p:nvPr>
            <p:ph idx="11" type="ftr"/>
          </p:nvPr>
        </p:nvSpPr>
        <p:spPr>
          <a:xfrm>
            <a:off x="612647" y="6346870"/>
            <a:ext cx="2805405"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3"/>
          <p:cNvSpPr txBox="1"/>
          <p:nvPr>
            <p:ph idx="10" type="dt"/>
          </p:nvPr>
        </p:nvSpPr>
        <p:spPr>
          <a:xfrm>
            <a:off x="4115853" y="6346870"/>
            <a:ext cx="2925587"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3"/>
          <p:cNvSpPr txBox="1"/>
          <p:nvPr>
            <p:ph idx="12" type="sldNum"/>
          </p:nvPr>
        </p:nvSpPr>
        <p:spPr>
          <a:xfrm>
            <a:off x="7041440" y="6346870"/>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9" name="Google Shape;29;p23"/>
          <p:cNvPicPr preferRelativeResize="0"/>
          <p:nvPr>
            <p:ph idx="2" type="pic"/>
          </p:nvPr>
        </p:nvPicPr>
        <p:blipFill/>
        <p:spPr>
          <a:xfrm>
            <a:off x="8091732" y="0"/>
            <a:ext cx="4100267" cy="6858000"/>
          </a:xfrm>
          <a:prstGeom prst="rect">
            <a:avLst/>
          </a:prstGeom>
          <a:blipFill rotWithShape="1">
            <a:blip r:embed="rId2">
              <a:alphaModFix amt="85000"/>
            </a:blip>
            <a:stretch>
              <a:fillRect b="0" l="0" r="0" t="0"/>
            </a:stretch>
          </a:blipFill>
          <a:ln>
            <a:noFill/>
          </a:ln>
        </p:spPr>
      </p:pic>
      <p:cxnSp>
        <p:nvCxnSpPr>
          <p:cNvPr id="30" name="Google Shape;30;p23"/>
          <p:cNvCxnSpPr/>
          <p:nvPr/>
        </p:nvCxnSpPr>
        <p:spPr>
          <a:xfrm>
            <a:off x="8082107"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7">
  <p:cSld name="Content with Picture 17">
    <p:spTree>
      <p:nvGrpSpPr>
        <p:cNvPr id="31" name="Shape 31"/>
        <p:cNvGrpSpPr/>
        <p:nvPr/>
      </p:nvGrpSpPr>
      <p:grpSpPr>
        <a:xfrm>
          <a:off x="0" y="0"/>
          <a:ext cx="0" cy="0"/>
          <a:chOff x="0" y="0"/>
          <a:chExt cx="0" cy="0"/>
        </a:xfrm>
      </p:grpSpPr>
      <p:sp>
        <p:nvSpPr>
          <p:cNvPr id="32" name="Google Shape;32;p24"/>
          <p:cNvSpPr/>
          <p:nvPr/>
        </p:nvSpPr>
        <p:spPr>
          <a:xfrm>
            <a:off x="675680" y="2516628"/>
            <a:ext cx="4609551" cy="3620904"/>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3" name="Google Shape;33;p24"/>
          <p:cNvSpPr txBox="1"/>
          <p:nvPr>
            <p:ph type="title"/>
          </p:nvPr>
        </p:nvSpPr>
        <p:spPr>
          <a:xfrm>
            <a:off x="612648" y="706802"/>
            <a:ext cx="4672584" cy="126948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4" name="Google Shape;34;p24"/>
          <p:cNvPicPr preferRelativeResize="0"/>
          <p:nvPr>
            <p:ph idx="2" type="pic"/>
          </p:nvPr>
        </p:nvPicPr>
        <p:blipFill/>
        <p:spPr>
          <a:xfrm>
            <a:off x="609599" y="2173850"/>
            <a:ext cx="4488792" cy="3793671"/>
          </a:xfrm>
          <a:prstGeom prst="rect">
            <a:avLst/>
          </a:prstGeom>
          <a:blipFill rotWithShape="1">
            <a:blip r:embed="rId2">
              <a:alphaModFix amt="85000"/>
            </a:blip>
            <a:stretch>
              <a:fillRect b="0" l="0" r="0" t="0"/>
            </a:stretch>
          </a:blipFill>
          <a:ln cap="flat" cmpd="sng" w="25400">
            <a:solidFill>
              <a:schemeClr val="dk1"/>
            </a:solidFill>
            <a:prstDash val="solid"/>
            <a:round/>
            <a:headEnd len="sm" w="sm" type="none"/>
            <a:tailEnd len="sm" w="sm" type="none"/>
          </a:ln>
        </p:spPr>
      </p:pic>
      <p:sp>
        <p:nvSpPr>
          <p:cNvPr id="35" name="Google Shape;35;p24"/>
          <p:cNvSpPr txBox="1"/>
          <p:nvPr>
            <p:ph idx="1" type="body"/>
          </p:nvPr>
        </p:nvSpPr>
        <p:spPr>
          <a:xfrm>
            <a:off x="5905563" y="732155"/>
            <a:ext cx="5676838" cy="540537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4"/>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4"/>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39" name="Shape 39"/>
        <p:cNvGrpSpPr/>
        <p:nvPr/>
      </p:nvGrpSpPr>
      <p:grpSpPr>
        <a:xfrm>
          <a:off x="0" y="0"/>
          <a:ext cx="0" cy="0"/>
          <a:chOff x="0" y="0"/>
          <a:chExt cx="0" cy="0"/>
        </a:xfrm>
      </p:grpSpPr>
      <p:sp>
        <p:nvSpPr>
          <p:cNvPr id="40" name="Google Shape;40;p25"/>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5"/>
          <p:cNvSpPr txBox="1"/>
          <p:nvPr>
            <p:ph idx="1" type="body"/>
          </p:nvPr>
        </p:nvSpPr>
        <p:spPr>
          <a:xfrm>
            <a:off x="612647" y="1629786"/>
            <a:ext cx="10963656" cy="459382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5"/>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5"/>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p:cSld name="Title with Picture">
    <p:bg>
      <p:bgPr>
        <a:solidFill>
          <a:schemeClr val="lt1"/>
        </a:solidFill>
      </p:bgPr>
    </p:bg>
    <p:spTree>
      <p:nvGrpSpPr>
        <p:cNvPr id="45" name="Shape 45"/>
        <p:cNvGrpSpPr/>
        <p:nvPr/>
      </p:nvGrpSpPr>
      <p:grpSpPr>
        <a:xfrm>
          <a:off x="0" y="0"/>
          <a:ext cx="0" cy="0"/>
          <a:chOff x="0" y="0"/>
          <a:chExt cx="0" cy="0"/>
        </a:xfrm>
      </p:grpSpPr>
      <p:sp>
        <p:nvSpPr>
          <p:cNvPr id="46" name="Google Shape;46;p26"/>
          <p:cNvSpPr/>
          <p:nvPr/>
        </p:nvSpPr>
        <p:spPr>
          <a:xfrm>
            <a:off x="1062566" y="1161412"/>
            <a:ext cx="10221119" cy="4831742"/>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47" name="Google Shape;47;p26"/>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cxnSp>
        <p:nvCxnSpPr>
          <p:cNvPr id="48" name="Google Shape;48;p26"/>
          <p:cNvCxnSpPr/>
          <p:nvPr/>
        </p:nvCxnSpPr>
        <p:spPr>
          <a:xfrm>
            <a:off x="7223309" y="800100"/>
            <a:ext cx="0" cy="4953000"/>
          </a:xfrm>
          <a:prstGeom prst="straightConnector1">
            <a:avLst/>
          </a:prstGeom>
          <a:noFill/>
          <a:ln cap="flat" cmpd="sng" w="25400">
            <a:solidFill>
              <a:schemeClr val="dk1"/>
            </a:solidFill>
            <a:prstDash val="solid"/>
            <a:miter lim="800000"/>
            <a:headEnd len="sm" w="sm" type="none"/>
            <a:tailEnd len="sm" w="sm" type="none"/>
          </a:ln>
        </p:spPr>
      </p:cxnSp>
      <p:sp>
        <p:nvSpPr>
          <p:cNvPr id="49" name="Google Shape;49;p26"/>
          <p:cNvSpPr txBox="1"/>
          <p:nvPr>
            <p:ph type="ctrTitle"/>
          </p:nvPr>
        </p:nvSpPr>
        <p:spPr>
          <a:xfrm>
            <a:off x="1461123" y="1339060"/>
            <a:ext cx="4974183" cy="262441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6"/>
          <p:cNvSpPr txBox="1"/>
          <p:nvPr>
            <p:ph idx="1" type="subTitle"/>
          </p:nvPr>
        </p:nvSpPr>
        <p:spPr>
          <a:xfrm>
            <a:off x="1459205" y="4312625"/>
            <a:ext cx="4974183" cy="1065807"/>
          </a:xfrm>
          <a:prstGeom prst="rect">
            <a:avLst/>
          </a:prstGeom>
          <a:noFill/>
          <a:ln>
            <a:noFill/>
          </a:ln>
        </p:spPr>
        <p:txBody>
          <a:bodyPr anchorCtr="0" anchor="b" bIns="45700" lIns="91425" spcFirstLastPara="1" rIns="91425" wrap="square" tIns="45700">
            <a:normAutofit/>
          </a:bodyPr>
          <a:lstStyle>
            <a:lvl1pPr lvl="0" algn="l">
              <a:lnSpc>
                <a:spcPct val="120000"/>
              </a:lnSpc>
              <a:spcBef>
                <a:spcPts val="1000"/>
              </a:spcBef>
              <a:spcAft>
                <a:spcPts val="0"/>
              </a:spcAft>
              <a:buClr>
                <a:schemeClr val="dk1"/>
              </a:buClr>
              <a:buSzPts val="1600"/>
              <a:buNone/>
              <a:defRPr sz="1600" cap="none"/>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51" name="Google Shape;51;p26"/>
          <p:cNvPicPr preferRelativeResize="0"/>
          <p:nvPr>
            <p:ph idx="2" type="pic"/>
          </p:nvPr>
        </p:nvPicPr>
        <p:blipFill/>
        <p:spPr>
          <a:xfrm>
            <a:off x="7238313" y="812266"/>
            <a:ext cx="3829736" cy="4928136"/>
          </a:xfrm>
          <a:prstGeom prst="rect">
            <a:avLst/>
          </a:prstGeom>
          <a:blipFill rotWithShape="1">
            <a:blip r:embed="rId2">
              <a:alphaModFix amt="85000"/>
            </a:blip>
            <a:stretch>
              <a:fillRect b="0" l="0" r="0" t="0"/>
            </a:stretch>
          </a:blipFill>
          <a:ln>
            <a:noFill/>
          </a:ln>
        </p:spPr>
      </p:pic>
      <p:sp>
        <p:nvSpPr>
          <p:cNvPr id="52" name="Google Shape;52;p26"/>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6"/>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2" showMasterSp="0">
  <p:cSld name="Title with Picture 2">
    <p:bg>
      <p:bgPr>
        <a:solidFill>
          <a:schemeClr val="lt1"/>
        </a:solidFill>
      </p:bgPr>
    </p:bg>
    <p:spTree>
      <p:nvGrpSpPr>
        <p:cNvPr id="55" name="Shape 55"/>
        <p:cNvGrpSpPr/>
        <p:nvPr/>
      </p:nvGrpSpPr>
      <p:grpSpPr>
        <a:xfrm>
          <a:off x="0" y="0"/>
          <a:ext cx="0" cy="0"/>
          <a:chOff x="0" y="0"/>
          <a:chExt cx="0" cy="0"/>
        </a:xfrm>
      </p:grpSpPr>
      <p:grpSp>
        <p:nvGrpSpPr>
          <p:cNvPr id="56" name="Google Shape;56;p27"/>
          <p:cNvGrpSpPr/>
          <p:nvPr/>
        </p:nvGrpSpPr>
        <p:grpSpPr>
          <a:xfrm>
            <a:off x="6941116" y="366348"/>
            <a:ext cx="4886768" cy="6125303"/>
            <a:chOff x="521210" y="647905"/>
            <a:chExt cx="11365967" cy="5565740"/>
          </a:xfrm>
        </p:grpSpPr>
        <p:sp>
          <p:nvSpPr>
            <p:cNvPr id="57" name="Google Shape;57;p27"/>
            <p:cNvSpPr/>
            <p:nvPr/>
          </p:nvSpPr>
          <p:spPr>
            <a:xfrm>
              <a:off x="725402" y="1009217"/>
              <a:ext cx="11161775" cy="5204428"/>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58" name="Google Shape;58;p27"/>
            <p:cNvSpPr/>
            <p:nvPr/>
          </p:nvSpPr>
          <p:spPr>
            <a:xfrm>
              <a:off x="521210" y="647905"/>
              <a:ext cx="10911523"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59" name="Google Shape;59;p27"/>
          <p:cNvSpPr txBox="1"/>
          <p:nvPr>
            <p:ph type="title"/>
          </p:nvPr>
        </p:nvSpPr>
        <p:spPr>
          <a:xfrm>
            <a:off x="7168896" y="1129554"/>
            <a:ext cx="4219626" cy="347523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7"/>
          <p:cNvSpPr txBox="1"/>
          <p:nvPr>
            <p:ph idx="1" type="subTitle"/>
          </p:nvPr>
        </p:nvSpPr>
        <p:spPr>
          <a:xfrm>
            <a:off x="7168895" y="4731335"/>
            <a:ext cx="4219626" cy="1184585"/>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1"/>
              </a:buClr>
              <a:buSzPts val="1600"/>
              <a:buNone/>
              <a:defRPr sz="1600" cap="none"/>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61" name="Google Shape;61;p27"/>
          <p:cNvPicPr preferRelativeResize="0"/>
          <p:nvPr>
            <p:ph idx="2" type="pic"/>
          </p:nvPr>
        </p:nvPicPr>
        <p:blipFill/>
        <p:spPr>
          <a:xfrm>
            <a:off x="0" y="0"/>
            <a:ext cx="6584950" cy="6858000"/>
          </a:xfrm>
          <a:prstGeom prst="rect">
            <a:avLst/>
          </a:prstGeom>
          <a:blipFill rotWithShape="1">
            <a:blip r:embed="rId2">
              <a:alphaModFix amt="85000"/>
            </a:blip>
            <a:stretch>
              <a:fillRect b="0" l="0" r="0" t="0"/>
            </a:stretch>
          </a:blipFill>
          <a:ln>
            <a:noFill/>
          </a:ln>
        </p:spPr>
      </p:pic>
      <p:cxnSp>
        <p:nvCxnSpPr>
          <p:cNvPr id="62" name="Google Shape;62;p27"/>
          <p:cNvCxnSpPr/>
          <p:nvPr/>
        </p:nvCxnSpPr>
        <p:spPr>
          <a:xfrm>
            <a:off x="6592577"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4">
  <p:cSld name="Title with Picture 4">
    <p:bg>
      <p:bgPr>
        <a:solidFill>
          <a:schemeClr val="lt1"/>
        </a:solidFill>
      </p:bgPr>
    </p:bg>
    <p:spTree>
      <p:nvGrpSpPr>
        <p:cNvPr id="63" name="Shape 63"/>
        <p:cNvGrpSpPr/>
        <p:nvPr/>
      </p:nvGrpSpPr>
      <p:grpSpPr>
        <a:xfrm>
          <a:off x="0" y="0"/>
          <a:ext cx="0" cy="0"/>
          <a:chOff x="0" y="0"/>
          <a:chExt cx="0" cy="0"/>
        </a:xfrm>
      </p:grpSpPr>
      <p:sp>
        <p:nvSpPr>
          <p:cNvPr id="64" name="Google Shape;64;p28"/>
          <p:cNvSpPr/>
          <p:nvPr/>
        </p:nvSpPr>
        <p:spPr>
          <a:xfrm>
            <a:off x="1062566" y="1161412"/>
            <a:ext cx="10221119" cy="4831742"/>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65" name="Google Shape;65;p28"/>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cxnSp>
        <p:nvCxnSpPr>
          <p:cNvPr id="66" name="Google Shape;66;p28"/>
          <p:cNvCxnSpPr/>
          <p:nvPr/>
        </p:nvCxnSpPr>
        <p:spPr>
          <a:xfrm>
            <a:off x="8790317" y="800100"/>
            <a:ext cx="0" cy="4953000"/>
          </a:xfrm>
          <a:prstGeom prst="straightConnector1">
            <a:avLst/>
          </a:prstGeom>
          <a:noFill/>
          <a:ln cap="flat" cmpd="sng" w="25400">
            <a:solidFill>
              <a:schemeClr val="dk1"/>
            </a:solidFill>
            <a:prstDash val="solid"/>
            <a:miter lim="800000"/>
            <a:headEnd len="sm" w="sm" type="none"/>
            <a:tailEnd len="sm" w="sm" type="none"/>
          </a:ln>
        </p:spPr>
      </p:cxnSp>
      <p:sp>
        <p:nvSpPr>
          <p:cNvPr id="67" name="Google Shape;67;p28"/>
          <p:cNvSpPr txBox="1"/>
          <p:nvPr>
            <p:ph type="ctrTitle"/>
          </p:nvPr>
        </p:nvSpPr>
        <p:spPr>
          <a:xfrm>
            <a:off x="1461123" y="1339060"/>
            <a:ext cx="6699667" cy="22078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8"/>
          <p:cNvSpPr txBox="1"/>
          <p:nvPr>
            <p:ph idx="1" type="subTitle"/>
          </p:nvPr>
        </p:nvSpPr>
        <p:spPr>
          <a:xfrm>
            <a:off x="1459205" y="3786997"/>
            <a:ext cx="6699665" cy="1591436"/>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1"/>
              </a:buClr>
              <a:buSzPts val="1600"/>
              <a:buNone/>
              <a:defRPr sz="1600" cap="none"/>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69" name="Google Shape;69;p28"/>
          <p:cNvPicPr preferRelativeResize="0"/>
          <p:nvPr>
            <p:ph idx="2" type="pic"/>
          </p:nvPr>
        </p:nvPicPr>
        <p:blipFill/>
        <p:spPr>
          <a:xfrm>
            <a:off x="8807569" y="812266"/>
            <a:ext cx="2260479" cy="4928136"/>
          </a:xfrm>
          <a:prstGeom prst="rect">
            <a:avLst/>
          </a:prstGeom>
          <a:blipFill rotWithShape="1">
            <a:blip r:embed="rId2">
              <a:alphaModFix amt="85000"/>
            </a:blip>
            <a:stretch>
              <a:fillRect b="0" l="0" r="0" t="0"/>
            </a:stretch>
          </a:blipFill>
          <a:ln>
            <a:noFill/>
          </a:ln>
        </p:spPr>
      </p:pic>
      <p:sp>
        <p:nvSpPr>
          <p:cNvPr id="70" name="Google Shape;70;p28"/>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type="title">
  <p:cSld name="TITLE">
    <p:bg>
      <p:bgPr>
        <a:solidFill>
          <a:schemeClr val="lt1"/>
        </a:solidFill>
      </p:bgPr>
    </p:bg>
    <p:spTree>
      <p:nvGrpSpPr>
        <p:cNvPr id="73" name="Shape 73"/>
        <p:cNvGrpSpPr/>
        <p:nvPr/>
      </p:nvGrpSpPr>
      <p:grpSpPr>
        <a:xfrm>
          <a:off x="0" y="0"/>
          <a:ext cx="0" cy="0"/>
          <a:chOff x="0" y="0"/>
          <a:chExt cx="0" cy="0"/>
        </a:xfrm>
      </p:grpSpPr>
      <p:grpSp>
        <p:nvGrpSpPr>
          <p:cNvPr id="74" name="Google Shape;74;p29"/>
          <p:cNvGrpSpPr/>
          <p:nvPr/>
        </p:nvGrpSpPr>
        <p:grpSpPr>
          <a:xfrm>
            <a:off x="452064" y="492893"/>
            <a:ext cx="11287872" cy="5876422"/>
            <a:chOff x="521208" y="647905"/>
            <a:chExt cx="11365969" cy="5565740"/>
          </a:xfrm>
        </p:grpSpPr>
        <p:sp>
          <p:nvSpPr>
            <p:cNvPr id="75" name="Google Shape;75;p29"/>
            <p:cNvSpPr/>
            <p:nvPr/>
          </p:nvSpPr>
          <p:spPr>
            <a:xfrm>
              <a:off x="725402" y="1009217"/>
              <a:ext cx="11161775" cy="5204428"/>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76" name="Google Shape;76;p29"/>
            <p:cNvSpPr/>
            <p:nvPr/>
          </p:nvSpPr>
          <p:spPr>
            <a:xfrm>
              <a:off x="521208" y="647905"/>
              <a:ext cx="11158238"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77" name="Google Shape;77;p29"/>
          <p:cNvSpPr txBox="1"/>
          <p:nvPr>
            <p:ph type="ctrTitle"/>
          </p:nvPr>
        </p:nvSpPr>
        <p:spPr>
          <a:xfrm>
            <a:off x="1278923" y="874374"/>
            <a:ext cx="9634154" cy="2821728"/>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7000"/>
              <a:buFont typeface="Century Gothic"/>
              <a:buNone/>
              <a:defRPr sz="7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9"/>
          <p:cNvSpPr txBox="1"/>
          <p:nvPr>
            <p:ph idx="1" type="subTitle"/>
          </p:nvPr>
        </p:nvSpPr>
        <p:spPr>
          <a:xfrm>
            <a:off x="2012480" y="4077583"/>
            <a:ext cx="8167040" cy="1717042"/>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Clr>
                <a:schemeClr val="dk1"/>
              </a:buClr>
              <a:buSzPts val="2200"/>
              <a:buNone/>
              <a:defRPr sz="2200" cap="none"/>
            </a:lvl1pPr>
            <a:lvl2pPr lvl="1" algn="ctr">
              <a:lnSpc>
                <a:spcPct val="120000"/>
              </a:lnSpc>
              <a:spcBef>
                <a:spcPts val="500"/>
              </a:spcBef>
              <a:spcAft>
                <a:spcPts val="0"/>
              </a:spcAft>
              <a:buClr>
                <a:schemeClr val="dk1"/>
              </a:buClr>
              <a:buSzPts val="2000"/>
              <a:buNone/>
              <a:defRPr sz="2000"/>
            </a:lvl2pPr>
            <a:lvl3pPr lvl="2" algn="ctr">
              <a:lnSpc>
                <a:spcPct val="120000"/>
              </a:lnSpc>
              <a:spcBef>
                <a:spcPts val="500"/>
              </a:spcBef>
              <a:spcAft>
                <a:spcPts val="0"/>
              </a:spcAft>
              <a:buClr>
                <a:schemeClr val="dk1"/>
              </a:buClr>
              <a:buSzPts val="1800"/>
              <a:buNone/>
              <a:defRPr sz="1800"/>
            </a:lvl3pPr>
            <a:lvl4pPr lvl="3" algn="ctr">
              <a:lnSpc>
                <a:spcPct val="120000"/>
              </a:lnSpc>
              <a:spcBef>
                <a:spcPts val="500"/>
              </a:spcBef>
              <a:spcAft>
                <a:spcPts val="0"/>
              </a:spcAft>
              <a:buClr>
                <a:schemeClr val="dk1"/>
              </a:buClr>
              <a:buSzPts val="1600"/>
              <a:buNone/>
              <a:defRPr sz="1600"/>
            </a:lvl4pPr>
            <a:lvl5pPr lvl="4" algn="ctr">
              <a:lnSpc>
                <a:spcPct val="12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showMasterSp="0">
  <p:cSld name="Title 2">
    <p:bg>
      <p:bgPr>
        <a:solidFill>
          <a:schemeClr val="lt1"/>
        </a:solidFill>
      </p:bgPr>
    </p:bg>
    <p:spTree>
      <p:nvGrpSpPr>
        <p:cNvPr id="79" name="Shape 79"/>
        <p:cNvGrpSpPr/>
        <p:nvPr/>
      </p:nvGrpSpPr>
      <p:grpSpPr>
        <a:xfrm>
          <a:off x="0" y="0"/>
          <a:ext cx="0" cy="0"/>
          <a:chOff x="0" y="0"/>
          <a:chExt cx="0" cy="0"/>
        </a:xfrm>
      </p:grpSpPr>
      <p:grpSp>
        <p:nvGrpSpPr>
          <p:cNvPr id="80" name="Google Shape;80;p30"/>
          <p:cNvGrpSpPr/>
          <p:nvPr/>
        </p:nvGrpSpPr>
        <p:grpSpPr>
          <a:xfrm>
            <a:off x="452064" y="492893"/>
            <a:ext cx="11287872" cy="5876422"/>
            <a:chOff x="521208" y="647905"/>
            <a:chExt cx="11365969" cy="5565740"/>
          </a:xfrm>
        </p:grpSpPr>
        <p:sp>
          <p:nvSpPr>
            <p:cNvPr id="81" name="Google Shape;81;p30"/>
            <p:cNvSpPr/>
            <p:nvPr/>
          </p:nvSpPr>
          <p:spPr>
            <a:xfrm>
              <a:off x="725402" y="1009217"/>
              <a:ext cx="11161775" cy="5204428"/>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Open Sans Light"/>
                <a:buNone/>
              </a:pPr>
              <a:r>
                <a:t/>
              </a:r>
              <a:endParaRPr b="0" i="0" sz="2400" u="none" cap="none" strike="noStrike">
                <a:solidFill>
                  <a:schemeClr val="lt1"/>
                </a:solidFill>
                <a:latin typeface="Karla"/>
                <a:ea typeface="Karla"/>
                <a:cs typeface="Karla"/>
                <a:sym typeface="Karla"/>
              </a:endParaRPr>
            </a:p>
          </p:txBody>
        </p:sp>
        <p:sp>
          <p:nvSpPr>
            <p:cNvPr id="82" name="Google Shape;82;p30"/>
            <p:cNvSpPr/>
            <p:nvPr/>
          </p:nvSpPr>
          <p:spPr>
            <a:xfrm>
              <a:off x="521208" y="647905"/>
              <a:ext cx="11158238"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Open Sans Light"/>
                <a:buNone/>
              </a:pPr>
              <a:r>
                <a:t/>
              </a:r>
              <a:endParaRPr b="0" i="0" sz="2400" u="none" cap="none" strike="noStrike">
                <a:solidFill>
                  <a:schemeClr val="lt1"/>
                </a:solidFill>
                <a:latin typeface="Karla"/>
                <a:ea typeface="Karla"/>
                <a:cs typeface="Karla"/>
                <a:sym typeface="Karla"/>
              </a:endParaRPr>
            </a:p>
          </p:txBody>
        </p:sp>
      </p:grpSp>
      <p:sp>
        <p:nvSpPr>
          <p:cNvPr id="83" name="Google Shape;83;p30"/>
          <p:cNvSpPr txBox="1"/>
          <p:nvPr>
            <p:ph type="title"/>
          </p:nvPr>
        </p:nvSpPr>
        <p:spPr>
          <a:xfrm>
            <a:off x="974845" y="935204"/>
            <a:ext cx="10036005" cy="359262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7200"/>
              <a:buFont typeface="Century Gothic"/>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0"/>
          <p:cNvSpPr txBox="1"/>
          <p:nvPr>
            <p:ph idx="1" type="subTitle"/>
          </p:nvPr>
        </p:nvSpPr>
        <p:spPr>
          <a:xfrm>
            <a:off x="974845" y="4698103"/>
            <a:ext cx="10036005" cy="1014984"/>
          </a:xfrm>
          <a:prstGeom prst="rect">
            <a:avLst/>
          </a:prstGeom>
          <a:noFill/>
          <a:ln>
            <a:noFill/>
          </a:ln>
        </p:spPr>
        <p:txBody>
          <a:bodyPr anchorCtr="0" anchor="t" bIns="45700" lIns="91425" spcFirstLastPara="1" rIns="91425" wrap="square" tIns="45700">
            <a:noAutofit/>
          </a:bodyPr>
          <a:lstStyle>
            <a:lvl1pPr lvl="0" algn="l">
              <a:lnSpc>
                <a:spcPct val="120000"/>
              </a:lnSpc>
              <a:spcBef>
                <a:spcPts val="1000"/>
              </a:spcBef>
              <a:spcAft>
                <a:spcPts val="0"/>
              </a:spcAft>
              <a:buClr>
                <a:schemeClr val="dk1"/>
              </a:buClr>
              <a:buSzPts val="2800"/>
              <a:buNone/>
              <a:defRPr sz="2800" cap="none"/>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showMasterSp="0">
  <p:cSld name="Title 3">
    <p:bg>
      <p:bgPr>
        <a:solidFill>
          <a:schemeClr val="lt1"/>
        </a:solidFill>
      </p:bgPr>
    </p:bg>
    <p:spTree>
      <p:nvGrpSpPr>
        <p:cNvPr id="85" name="Shape 85"/>
        <p:cNvGrpSpPr/>
        <p:nvPr/>
      </p:nvGrpSpPr>
      <p:grpSpPr>
        <a:xfrm>
          <a:off x="0" y="0"/>
          <a:ext cx="0" cy="0"/>
          <a:chOff x="0" y="0"/>
          <a:chExt cx="0" cy="0"/>
        </a:xfrm>
      </p:grpSpPr>
      <p:sp>
        <p:nvSpPr>
          <p:cNvPr id="86" name="Google Shape;86;p31"/>
          <p:cNvSpPr/>
          <p:nvPr/>
        </p:nvSpPr>
        <p:spPr>
          <a:xfrm>
            <a:off x="1062566" y="1161412"/>
            <a:ext cx="10221119" cy="4831742"/>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87" name="Google Shape;87;p31"/>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88" name="Google Shape;88;p31"/>
          <p:cNvSpPr txBox="1"/>
          <p:nvPr>
            <p:ph type="ctrTitle"/>
          </p:nvPr>
        </p:nvSpPr>
        <p:spPr>
          <a:xfrm>
            <a:off x="1866900" y="1208585"/>
            <a:ext cx="8229600" cy="2621154"/>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31"/>
          <p:cNvSpPr txBox="1"/>
          <p:nvPr>
            <p:ph idx="1" type="subTitle"/>
          </p:nvPr>
        </p:nvSpPr>
        <p:spPr>
          <a:xfrm>
            <a:off x="2187623" y="3929930"/>
            <a:ext cx="7588155" cy="1414091"/>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Clr>
                <a:schemeClr val="dk1"/>
              </a:buClr>
              <a:buSzPts val="2200"/>
              <a:buNone/>
              <a:defRPr sz="2200" cap="none"/>
            </a:lvl1pPr>
            <a:lvl2pPr lvl="1" algn="ctr">
              <a:lnSpc>
                <a:spcPct val="120000"/>
              </a:lnSpc>
              <a:spcBef>
                <a:spcPts val="500"/>
              </a:spcBef>
              <a:spcAft>
                <a:spcPts val="0"/>
              </a:spcAft>
              <a:buClr>
                <a:schemeClr val="dk1"/>
              </a:buClr>
              <a:buSzPts val="2000"/>
              <a:buNone/>
              <a:defRPr sz="2000"/>
            </a:lvl2pPr>
            <a:lvl3pPr lvl="2" algn="ctr">
              <a:lnSpc>
                <a:spcPct val="120000"/>
              </a:lnSpc>
              <a:spcBef>
                <a:spcPts val="500"/>
              </a:spcBef>
              <a:spcAft>
                <a:spcPts val="0"/>
              </a:spcAft>
              <a:buClr>
                <a:schemeClr val="dk1"/>
              </a:buClr>
              <a:buSzPts val="1800"/>
              <a:buNone/>
              <a:defRPr sz="1800"/>
            </a:lvl3pPr>
            <a:lvl4pPr lvl="3" algn="ctr">
              <a:lnSpc>
                <a:spcPct val="120000"/>
              </a:lnSpc>
              <a:spcBef>
                <a:spcPts val="500"/>
              </a:spcBef>
              <a:spcAft>
                <a:spcPts val="0"/>
              </a:spcAft>
              <a:buClr>
                <a:schemeClr val="dk1"/>
              </a:buClr>
              <a:buSzPts val="1600"/>
              <a:buNone/>
              <a:defRPr sz="1600"/>
            </a:lvl4pPr>
            <a:lvl5pPr lvl="4" algn="ctr">
              <a:lnSpc>
                <a:spcPct val="12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dk2"/>
        </a:solidFill>
      </p:bgPr>
    </p:bg>
    <p:spTree>
      <p:nvGrpSpPr>
        <p:cNvPr id="90" name="Shape 90"/>
        <p:cNvGrpSpPr/>
        <p:nvPr/>
      </p:nvGrpSpPr>
      <p:grpSpPr>
        <a:xfrm>
          <a:off x="0" y="0"/>
          <a:ext cx="0" cy="0"/>
          <a:chOff x="0" y="0"/>
          <a:chExt cx="0" cy="0"/>
        </a:xfrm>
      </p:grpSpPr>
      <p:sp>
        <p:nvSpPr>
          <p:cNvPr id="91" name="Google Shape;91;p21"/>
          <p:cNvSpPr/>
          <p:nvPr/>
        </p:nvSpPr>
        <p:spPr>
          <a:xfrm>
            <a:off x="1062566" y="1161412"/>
            <a:ext cx="10221119" cy="4831742"/>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92" name="Google Shape;92;p21"/>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93" name="Google Shape;93;p21"/>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5400"/>
              <a:buFont typeface="Century Gothic"/>
              <a:buNone/>
              <a:defRPr sz="5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21"/>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1"/>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1"/>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lt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lt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lt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lt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lt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lt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lt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lt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chemeClr val="accent4"/>
        </a:solidFill>
      </p:bgPr>
    </p:bg>
    <p:spTree>
      <p:nvGrpSpPr>
        <p:cNvPr id="97" name="Shape 97"/>
        <p:cNvGrpSpPr/>
        <p:nvPr/>
      </p:nvGrpSpPr>
      <p:grpSpPr>
        <a:xfrm>
          <a:off x="0" y="0"/>
          <a:ext cx="0" cy="0"/>
          <a:chOff x="0" y="0"/>
          <a:chExt cx="0" cy="0"/>
        </a:xfrm>
      </p:grpSpPr>
      <p:sp>
        <p:nvSpPr>
          <p:cNvPr id="98" name="Google Shape;98;p32"/>
          <p:cNvSpPr/>
          <p:nvPr/>
        </p:nvSpPr>
        <p:spPr>
          <a:xfrm>
            <a:off x="1062566" y="1161412"/>
            <a:ext cx="10221119" cy="4831742"/>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99" name="Google Shape;99;p32"/>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Karla"/>
              <a:buNone/>
            </a:pP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br>
              <a:rPr b="0" i="0" lang="en-US" sz="1800" u="none" cap="none" strike="noStrike">
                <a:solidFill>
                  <a:schemeClr val="lt1"/>
                </a:solidFill>
                <a:latin typeface="Karla"/>
                <a:ea typeface="Karla"/>
                <a:cs typeface="Karla"/>
                <a:sym typeface="Karla"/>
              </a:rPr>
            </a:br>
            <a:endParaRPr b="0" i="0" sz="1800" u="none" cap="none" strike="noStrike">
              <a:solidFill>
                <a:schemeClr val="lt1"/>
              </a:solidFill>
              <a:latin typeface="Karla"/>
              <a:ea typeface="Karla"/>
              <a:cs typeface="Karla"/>
              <a:sym typeface="Karla"/>
            </a:endParaRPr>
          </a:p>
        </p:txBody>
      </p:sp>
      <p:sp>
        <p:nvSpPr>
          <p:cNvPr id="100" name="Google Shape;100;p32"/>
          <p:cNvSpPr txBox="1"/>
          <p:nvPr>
            <p:ph type="title"/>
          </p:nvPr>
        </p:nvSpPr>
        <p:spPr>
          <a:xfrm>
            <a:off x="1580331" y="1525905"/>
            <a:ext cx="8838202" cy="8463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sz="4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32"/>
          <p:cNvSpPr txBox="1"/>
          <p:nvPr>
            <p:ph idx="1" type="body"/>
          </p:nvPr>
        </p:nvSpPr>
        <p:spPr>
          <a:xfrm>
            <a:off x="1580332" y="2650524"/>
            <a:ext cx="8838202" cy="2386352"/>
          </a:xfrm>
          <a:prstGeom prst="rect">
            <a:avLst/>
          </a:prstGeom>
          <a:noFill/>
          <a:ln>
            <a:noFill/>
          </a:ln>
        </p:spPr>
        <p:txBody>
          <a:bodyPr anchorCtr="0" anchor="t" bIns="45700" lIns="91425" spcFirstLastPara="1" rIns="91425" wrap="square" tIns="45700">
            <a:normAutofit/>
          </a:bodyPr>
          <a:lstStyle>
            <a:lvl1pPr indent="-381000" lvl="0" marL="457200" algn="l">
              <a:lnSpc>
                <a:spcPct val="120000"/>
              </a:lnSpc>
              <a:spcBef>
                <a:spcPts val="1000"/>
              </a:spcBef>
              <a:spcAft>
                <a:spcPts val="0"/>
              </a:spcAft>
              <a:buClr>
                <a:schemeClr val="dk1"/>
              </a:buClr>
              <a:buSzPts val="2400"/>
              <a:buChar char="•"/>
              <a:defRPr sz="2400">
                <a:solidFill>
                  <a:schemeClr val="dk1"/>
                </a:solidFill>
              </a:defRPr>
            </a:lvl1pPr>
            <a:lvl2pPr indent="-355600" lvl="1" marL="914400" algn="l">
              <a:lnSpc>
                <a:spcPct val="120000"/>
              </a:lnSpc>
              <a:spcBef>
                <a:spcPts val="500"/>
              </a:spcBef>
              <a:spcAft>
                <a:spcPts val="0"/>
              </a:spcAft>
              <a:buClr>
                <a:schemeClr val="dk1"/>
              </a:buClr>
              <a:buSzPts val="2000"/>
              <a:buChar char="•"/>
              <a:defRPr sz="2000">
                <a:solidFill>
                  <a:schemeClr val="dk1"/>
                </a:solidFill>
              </a:defRPr>
            </a:lvl2pPr>
            <a:lvl3pPr indent="-342900" lvl="2" marL="1371600" algn="l">
              <a:lnSpc>
                <a:spcPct val="120000"/>
              </a:lnSpc>
              <a:spcBef>
                <a:spcPts val="500"/>
              </a:spcBef>
              <a:spcAft>
                <a:spcPts val="0"/>
              </a:spcAft>
              <a:buClr>
                <a:schemeClr val="dk1"/>
              </a:buClr>
              <a:buSzPts val="1800"/>
              <a:buChar char="•"/>
              <a:defRPr sz="1800">
                <a:solidFill>
                  <a:schemeClr val="dk1"/>
                </a:solidFill>
              </a:defRPr>
            </a:lvl3pPr>
            <a:lvl4pPr indent="-330200" lvl="3" marL="1828800" algn="l">
              <a:lnSpc>
                <a:spcPct val="120000"/>
              </a:lnSpc>
              <a:spcBef>
                <a:spcPts val="500"/>
              </a:spcBef>
              <a:spcAft>
                <a:spcPts val="0"/>
              </a:spcAft>
              <a:buClr>
                <a:schemeClr val="dk1"/>
              </a:buClr>
              <a:buSzPts val="1600"/>
              <a:buChar char="•"/>
              <a:defRPr sz="1600">
                <a:solidFill>
                  <a:schemeClr val="dk1"/>
                </a:solidFill>
              </a:defRPr>
            </a:lvl4pPr>
            <a:lvl5pPr indent="-317500" lvl="4" marL="2286000" algn="l">
              <a:lnSpc>
                <a:spcPct val="120000"/>
              </a:lnSpc>
              <a:spcBef>
                <a:spcPts val="500"/>
              </a:spcBef>
              <a:spcAft>
                <a:spcPts val="0"/>
              </a:spcAft>
              <a:buClr>
                <a:schemeClr val="dk1"/>
              </a:buClr>
              <a:buSzPts val="1400"/>
              <a:buChar char="•"/>
              <a:defRPr sz="14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32"/>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32"/>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2"/>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icture">
  <p:cSld name="Agenda with Picture">
    <p:bg>
      <p:bgPr>
        <a:solidFill>
          <a:schemeClr val="accent4"/>
        </a:solidFill>
      </p:bgPr>
    </p:bg>
    <p:spTree>
      <p:nvGrpSpPr>
        <p:cNvPr id="105" name="Shape 105"/>
        <p:cNvGrpSpPr/>
        <p:nvPr/>
      </p:nvGrpSpPr>
      <p:grpSpPr>
        <a:xfrm>
          <a:off x="0" y="0"/>
          <a:ext cx="0" cy="0"/>
          <a:chOff x="0" y="0"/>
          <a:chExt cx="0" cy="0"/>
        </a:xfrm>
      </p:grpSpPr>
      <p:sp>
        <p:nvSpPr>
          <p:cNvPr id="106" name="Google Shape;106;p33"/>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33"/>
          <p:cNvSpPr/>
          <p:nvPr/>
        </p:nvSpPr>
        <p:spPr>
          <a:xfrm>
            <a:off x="1062566" y="1161412"/>
            <a:ext cx="10221119" cy="4831742"/>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108" name="Google Shape;108;p33"/>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cxnSp>
        <p:nvCxnSpPr>
          <p:cNvPr id="109" name="Google Shape;109;p33"/>
          <p:cNvCxnSpPr/>
          <p:nvPr/>
        </p:nvCxnSpPr>
        <p:spPr>
          <a:xfrm>
            <a:off x="5981630" y="787402"/>
            <a:ext cx="0" cy="4953000"/>
          </a:xfrm>
          <a:prstGeom prst="straightConnector1">
            <a:avLst/>
          </a:prstGeom>
          <a:noFill/>
          <a:ln cap="flat" cmpd="sng" w="25400">
            <a:solidFill>
              <a:schemeClr val="dk1"/>
            </a:solidFill>
            <a:prstDash val="solid"/>
            <a:miter lim="800000"/>
            <a:headEnd len="sm" w="sm" type="none"/>
            <a:tailEnd len="sm" w="sm" type="none"/>
          </a:ln>
        </p:spPr>
      </p:cxnSp>
      <p:sp>
        <p:nvSpPr>
          <p:cNvPr id="110" name="Google Shape;110;p33"/>
          <p:cNvSpPr txBox="1"/>
          <p:nvPr>
            <p:ph type="ctrTitle"/>
          </p:nvPr>
        </p:nvSpPr>
        <p:spPr>
          <a:xfrm>
            <a:off x="6563974" y="1339060"/>
            <a:ext cx="3927674" cy="79454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33"/>
          <p:cNvSpPr txBox="1"/>
          <p:nvPr>
            <p:ph idx="1" type="subTitle"/>
          </p:nvPr>
        </p:nvSpPr>
        <p:spPr>
          <a:xfrm>
            <a:off x="6562056" y="2430700"/>
            <a:ext cx="3927674" cy="2947733"/>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1"/>
              </a:buClr>
              <a:buSzPts val="1600"/>
              <a:buNone/>
              <a:defRPr sz="1600"/>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pic>
        <p:nvPicPr>
          <p:cNvPr id="112" name="Google Shape;112;p33"/>
          <p:cNvPicPr preferRelativeResize="0"/>
          <p:nvPr>
            <p:ph idx="2" type="pic"/>
          </p:nvPr>
        </p:nvPicPr>
        <p:blipFill/>
        <p:spPr>
          <a:xfrm>
            <a:off x="872663" y="812266"/>
            <a:ext cx="5096260" cy="4928136"/>
          </a:xfrm>
          <a:prstGeom prst="rect">
            <a:avLst/>
          </a:prstGeom>
          <a:blipFill rotWithShape="1">
            <a:blip r:embed="rId2">
              <a:alphaModFix amt="70000"/>
            </a:blip>
            <a:stretch>
              <a:fillRect b="0" l="0" r="0" t="0"/>
            </a:stretch>
          </a:blipFill>
          <a:ln>
            <a:noFill/>
          </a:ln>
        </p:spPr>
      </p:pic>
      <p:sp>
        <p:nvSpPr>
          <p:cNvPr id="113" name="Google Shape;113;p33"/>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3"/>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p:cSld name="Content 2">
    <p:bg>
      <p:bgPr>
        <a:solidFill>
          <a:schemeClr val="lt1"/>
        </a:solidFill>
      </p:bgPr>
    </p:bg>
    <p:spTree>
      <p:nvGrpSpPr>
        <p:cNvPr id="115" name="Shape 115"/>
        <p:cNvGrpSpPr/>
        <p:nvPr/>
      </p:nvGrpSpPr>
      <p:grpSpPr>
        <a:xfrm>
          <a:off x="0" y="0"/>
          <a:ext cx="0" cy="0"/>
          <a:chOff x="0" y="0"/>
          <a:chExt cx="0" cy="0"/>
        </a:xfrm>
      </p:grpSpPr>
      <p:grpSp>
        <p:nvGrpSpPr>
          <p:cNvPr id="116" name="Google Shape;116;p34"/>
          <p:cNvGrpSpPr/>
          <p:nvPr/>
        </p:nvGrpSpPr>
        <p:grpSpPr>
          <a:xfrm>
            <a:off x="858371" y="1538141"/>
            <a:ext cx="5594950" cy="3781718"/>
            <a:chOff x="521208" y="647905"/>
            <a:chExt cx="11365969" cy="5565740"/>
          </a:xfrm>
        </p:grpSpPr>
        <p:sp>
          <p:nvSpPr>
            <p:cNvPr id="117" name="Google Shape;117;p34"/>
            <p:cNvSpPr/>
            <p:nvPr/>
          </p:nvSpPr>
          <p:spPr>
            <a:xfrm>
              <a:off x="725402" y="1009217"/>
              <a:ext cx="11161775" cy="5204428"/>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118" name="Google Shape;118;p34"/>
            <p:cNvSpPr/>
            <p:nvPr/>
          </p:nvSpPr>
          <p:spPr>
            <a:xfrm>
              <a:off x="521208" y="647905"/>
              <a:ext cx="11047664" cy="5370983"/>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119" name="Google Shape;119;p34"/>
          <p:cNvSpPr txBox="1"/>
          <p:nvPr>
            <p:ph type="title"/>
          </p:nvPr>
        </p:nvSpPr>
        <p:spPr>
          <a:xfrm>
            <a:off x="1305332" y="2009984"/>
            <a:ext cx="4515599" cy="26920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34"/>
          <p:cNvSpPr txBox="1"/>
          <p:nvPr>
            <p:ph idx="1" type="body"/>
          </p:nvPr>
        </p:nvSpPr>
        <p:spPr>
          <a:xfrm>
            <a:off x="7028878" y="2129872"/>
            <a:ext cx="4304752" cy="2454797"/>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800"/>
              <a:buNone/>
              <a:defRPr/>
            </a:lvl1pPr>
            <a:lvl2pPr indent="-228600" lvl="1" marL="914400" algn="l">
              <a:lnSpc>
                <a:spcPct val="120000"/>
              </a:lnSpc>
              <a:spcBef>
                <a:spcPts val="500"/>
              </a:spcBef>
              <a:spcAft>
                <a:spcPts val="0"/>
              </a:spcAft>
              <a:buClr>
                <a:schemeClr val="dk1"/>
              </a:buClr>
              <a:buSzPts val="16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34"/>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4"/>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34"/>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p:cSld name="Content 3">
    <p:spTree>
      <p:nvGrpSpPr>
        <p:cNvPr id="124" name="Shape 124"/>
        <p:cNvGrpSpPr/>
        <p:nvPr/>
      </p:nvGrpSpPr>
      <p:grpSpPr>
        <a:xfrm>
          <a:off x="0" y="0"/>
          <a:ext cx="0" cy="0"/>
          <a:chOff x="0" y="0"/>
          <a:chExt cx="0" cy="0"/>
        </a:xfrm>
      </p:grpSpPr>
      <p:grpSp>
        <p:nvGrpSpPr>
          <p:cNvPr id="125" name="Google Shape;125;p35"/>
          <p:cNvGrpSpPr/>
          <p:nvPr/>
        </p:nvGrpSpPr>
        <p:grpSpPr>
          <a:xfrm>
            <a:off x="858371" y="971570"/>
            <a:ext cx="4956175" cy="4914861"/>
            <a:chOff x="521208" y="647905"/>
            <a:chExt cx="11365969" cy="5565740"/>
          </a:xfrm>
        </p:grpSpPr>
        <p:sp>
          <p:nvSpPr>
            <p:cNvPr id="126" name="Google Shape;126;p35"/>
            <p:cNvSpPr/>
            <p:nvPr/>
          </p:nvSpPr>
          <p:spPr>
            <a:xfrm>
              <a:off x="725402" y="1009217"/>
              <a:ext cx="11161775" cy="5204428"/>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127" name="Google Shape;127;p35"/>
            <p:cNvSpPr/>
            <p:nvPr/>
          </p:nvSpPr>
          <p:spPr>
            <a:xfrm>
              <a:off x="521208" y="647905"/>
              <a:ext cx="11047664" cy="5370983"/>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128" name="Google Shape;128;p35"/>
          <p:cNvSpPr txBox="1"/>
          <p:nvPr>
            <p:ph type="title"/>
          </p:nvPr>
        </p:nvSpPr>
        <p:spPr>
          <a:xfrm>
            <a:off x="1307592" y="1478826"/>
            <a:ext cx="3846237" cy="374414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35"/>
          <p:cNvSpPr txBox="1"/>
          <p:nvPr>
            <p:ph idx="1" type="body"/>
          </p:nvPr>
        </p:nvSpPr>
        <p:spPr>
          <a:xfrm>
            <a:off x="6623177" y="1727014"/>
            <a:ext cx="4956175" cy="3461212"/>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35"/>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5"/>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5"/>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ontent 4">
    <p:spTree>
      <p:nvGrpSpPr>
        <p:cNvPr id="133" name="Shape 133"/>
        <p:cNvGrpSpPr/>
        <p:nvPr/>
      </p:nvGrpSpPr>
      <p:grpSpPr>
        <a:xfrm>
          <a:off x="0" y="0"/>
          <a:ext cx="0" cy="0"/>
          <a:chOff x="0" y="0"/>
          <a:chExt cx="0" cy="0"/>
        </a:xfrm>
      </p:grpSpPr>
      <p:grpSp>
        <p:nvGrpSpPr>
          <p:cNvPr id="134" name="Google Shape;134;p36"/>
          <p:cNvGrpSpPr/>
          <p:nvPr/>
        </p:nvGrpSpPr>
        <p:grpSpPr>
          <a:xfrm>
            <a:off x="858371" y="971570"/>
            <a:ext cx="4708425" cy="4914861"/>
            <a:chOff x="521208" y="647905"/>
            <a:chExt cx="10797805" cy="5565740"/>
          </a:xfrm>
        </p:grpSpPr>
        <p:sp>
          <p:nvSpPr>
            <p:cNvPr id="135" name="Google Shape;135;p36"/>
            <p:cNvSpPr/>
            <p:nvPr/>
          </p:nvSpPr>
          <p:spPr>
            <a:xfrm>
              <a:off x="725405" y="1009217"/>
              <a:ext cx="10593608" cy="5204428"/>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136" name="Google Shape;136;p36"/>
            <p:cNvSpPr/>
            <p:nvPr/>
          </p:nvSpPr>
          <p:spPr>
            <a:xfrm>
              <a:off x="521208" y="647905"/>
              <a:ext cx="10441168" cy="5370983"/>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137" name="Google Shape;137;p36"/>
          <p:cNvSpPr txBox="1"/>
          <p:nvPr>
            <p:ph type="title"/>
          </p:nvPr>
        </p:nvSpPr>
        <p:spPr>
          <a:xfrm>
            <a:off x="1307593" y="1478826"/>
            <a:ext cx="3647180" cy="374414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6"/>
          <p:cNvSpPr txBox="1"/>
          <p:nvPr>
            <p:ph idx="1" type="body"/>
          </p:nvPr>
        </p:nvSpPr>
        <p:spPr>
          <a:xfrm>
            <a:off x="6379486" y="971569"/>
            <a:ext cx="5199866" cy="4914861"/>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36"/>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6"/>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6"/>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5">
  <p:cSld name="Content 5">
    <p:spTree>
      <p:nvGrpSpPr>
        <p:cNvPr id="142" name="Shape 142"/>
        <p:cNvGrpSpPr/>
        <p:nvPr/>
      </p:nvGrpSpPr>
      <p:grpSpPr>
        <a:xfrm>
          <a:off x="0" y="0"/>
          <a:ext cx="0" cy="0"/>
          <a:chOff x="0" y="0"/>
          <a:chExt cx="0" cy="0"/>
        </a:xfrm>
      </p:grpSpPr>
      <p:sp>
        <p:nvSpPr>
          <p:cNvPr id="143" name="Google Shape;143;p37"/>
          <p:cNvSpPr/>
          <p:nvPr/>
        </p:nvSpPr>
        <p:spPr>
          <a:xfrm>
            <a:off x="924451" y="1290629"/>
            <a:ext cx="3469803" cy="4595802"/>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144" name="Google Shape;144;p37"/>
          <p:cNvSpPr/>
          <p:nvPr/>
        </p:nvSpPr>
        <p:spPr>
          <a:xfrm>
            <a:off x="858371" y="971570"/>
            <a:ext cx="3378902" cy="474288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145" name="Google Shape;145;p37"/>
          <p:cNvSpPr txBox="1"/>
          <p:nvPr>
            <p:ph type="title"/>
          </p:nvPr>
        </p:nvSpPr>
        <p:spPr>
          <a:xfrm>
            <a:off x="1305332" y="1388700"/>
            <a:ext cx="2480605" cy="39086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37"/>
          <p:cNvSpPr txBox="1"/>
          <p:nvPr>
            <p:ph idx="1" type="body"/>
          </p:nvPr>
        </p:nvSpPr>
        <p:spPr>
          <a:xfrm>
            <a:off x="5206945" y="796935"/>
            <a:ext cx="6369358" cy="526413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37"/>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7"/>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7"/>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6">
  <p:cSld name="Content 6">
    <p:spTree>
      <p:nvGrpSpPr>
        <p:cNvPr id="150" name="Shape 150"/>
        <p:cNvGrpSpPr/>
        <p:nvPr/>
      </p:nvGrpSpPr>
      <p:grpSpPr>
        <a:xfrm>
          <a:off x="0" y="0"/>
          <a:ext cx="0" cy="0"/>
          <a:chOff x="0" y="0"/>
          <a:chExt cx="0" cy="0"/>
        </a:xfrm>
      </p:grpSpPr>
      <p:sp>
        <p:nvSpPr>
          <p:cNvPr id="151" name="Google Shape;151;p38"/>
          <p:cNvSpPr/>
          <p:nvPr/>
        </p:nvSpPr>
        <p:spPr>
          <a:xfrm>
            <a:off x="678727" y="1027243"/>
            <a:ext cx="3469803" cy="2960557"/>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152" name="Google Shape;152;p38"/>
          <p:cNvSpPr/>
          <p:nvPr/>
        </p:nvSpPr>
        <p:spPr>
          <a:xfrm>
            <a:off x="612647" y="708184"/>
            <a:ext cx="3378902" cy="3101816"/>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153" name="Google Shape;153;p38"/>
          <p:cNvSpPr txBox="1"/>
          <p:nvPr>
            <p:ph type="title"/>
          </p:nvPr>
        </p:nvSpPr>
        <p:spPr>
          <a:xfrm>
            <a:off x="1059609" y="1170994"/>
            <a:ext cx="2474546" cy="21920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38"/>
          <p:cNvSpPr txBox="1"/>
          <p:nvPr>
            <p:ph idx="1" type="body"/>
          </p:nvPr>
        </p:nvSpPr>
        <p:spPr>
          <a:xfrm>
            <a:off x="4813300" y="708184"/>
            <a:ext cx="6763003" cy="551481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38"/>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8"/>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8"/>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p:cSld name="Content with Picture">
    <p:spTree>
      <p:nvGrpSpPr>
        <p:cNvPr id="158" name="Shape 158"/>
        <p:cNvGrpSpPr/>
        <p:nvPr/>
      </p:nvGrpSpPr>
      <p:grpSpPr>
        <a:xfrm>
          <a:off x="0" y="0"/>
          <a:ext cx="0" cy="0"/>
          <a:chOff x="0" y="0"/>
          <a:chExt cx="0" cy="0"/>
        </a:xfrm>
      </p:grpSpPr>
      <p:sp>
        <p:nvSpPr>
          <p:cNvPr id="159" name="Google Shape;159;p39"/>
          <p:cNvSpPr txBox="1"/>
          <p:nvPr>
            <p:ph type="title"/>
          </p:nvPr>
        </p:nvSpPr>
        <p:spPr>
          <a:xfrm>
            <a:off x="5156011" y="514175"/>
            <a:ext cx="6426389" cy="131502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60" name="Google Shape;160;p39"/>
          <p:cNvPicPr preferRelativeResize="0"/>
          <p:nvPr>
            <p:ph idx="2" type="pic"/>
          </p:nvPr>
        </p:nvPicPr>
        <p:blipFill/>
        <p:spPr>
          <a:xfrm>
            <a:off x="0" y="1"/>
            <a:ext cx="4560454" cy="6858000"/>
          </a:xfrm>
          <a:prstGeom prst="rect">
            <a:avLst/>
          </a:prstGeom>
          <a:blipFill rotWithShape="1">
            <a:blip r:embed="rId2">
              <a:alphaModFix amt="85000"/>
            </a:blip>
            <a:stretch>
              <a:fillRect b="0" l="0" r="0" t="0"/>
            </a:stretch>
          </a:blipFill>
          <a:ln>
            <a:noFill/>
          </a:ln>
        </p:spPr>
      </p:pic>
      <p:sp>
        <p:nvSpPr>
          <p:cNvPr id="161" name="Google Shape;161;p39"/>
          <p:cNvSpPr txBox="1"/>
          <p:nvPr>
            <p:ph idx="1" type="body"/>
          </p:nvPr>
        </p:nvSpPr>
        <p:spPr>
          <a:xfrm>
            <a:off x="5157368" y="1978488"/>
            <a:ext cx="6418935" cy="428558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39"/>
          <p:cNvSpPr txBox="1"/>
          <p:nvPr>
            <p:ph idx="11" type="ftr"/>
          </p:nvPr>
        </p:nvSpPr>
        <p:spPr>
          <a:xfrm>
            <a:off x="5156010" y="6343955"/>
            <a:ext cx="3364903"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9"/>
          <p:cNvSpPr txBox="1"/>
          <p:nvPr>
            <p:ph idx="10" type="dt"/>
          </p:nvPr>
        </p:nvSpPr>
        <p:spPr>
          <a:xfrm>
            <a:off x="9030713" y="6343955"/>
            <a:ext cx="2060808"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9"/>
          <p:cNvSpPr txBox="1"/>
          <p:nvPr>
            <p:ph idx="12" type="sldNum"/>
          </p:nvPr>
        </p:nvSpPr>
        <p:spPr>
          <a:xfrm>
            <a:off x="11147096" y="6343955"/>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65" name="Google Shape;165;p39"/>
          <p:cNvCxnSpPr/>
          <p:nvPr/>
        </p:nvCxnSpPr>
        <p:spPr>
          <a:xfrm>
            <a:off x="4571087"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2">
  <p:cSld name="Content with Picture 2">
    <p:spTree>
      <p:nvGrpSpPr>
        <p:cNvPr id="166" name="Shape 166"/>
        <p:cNvGrpSpPr/>
        <p:nvPr/>
      </p:nvGrpSpPr>
      <p:grpSpPr>
        <a:xfrm>
          <a:off x="0" y="0"/>
          <a:ext cx="0" cy="0"/>
          <a:chOff x="0" y="0"/>
          <a:chExt cx="0" cy="0"/>
        </a:xfrm>
      </p:grpSpPr>
      <p:sp>
        <p:nvSpPr>
          <p:cNvPr id="167" name="Google Shape;167;p40"/>
          <p:cNvSpPr txBox="1"/>
          <p:nvPr>
            <p:ph type="title"/>
          </p:nvPr>
        </p:nvSpPr>
        <p:spPr>
          <a:xfrm>
            <a:off x="612647" y="683319"/>
            <a:ext cx="6339541"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40"/>
          <p:cNvSpPr txBox="1"/>
          <p:nvPr>
            <p:ph idx="1" type="body"/>
          </p:nvPr>
        </p:nvSpPr>
        <p:spPr>
          <a:xfrm>
            <a:off x="612774" y="1975104"/>
            <a:ext cx="6339414" cy="422899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40"/>
          <p:cNvSpPr txBox="1"/>
          <p:nvPr>
            <p:ph idx="11" type="ftr"/>
          </p:nvPr>
        </p:nvSpPr>
        <p:spPr>
          <a:xfrm>
            <a:off x="612774" y="6346865"/>
            <a:ext cx="2805405"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40"/>
          <p:cNvSpPr txBox="1"/>
          <p:nvPr>
            <p:ph idx="10" type="dt"/>
          </p:nvPr>
        </p:nvSpPr>
        <p:spPr>
          <a:xfrm>
            <a:off x="4886895" y="6346865"/>
            <a:ext cx="160727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40"/>
          <p:cNvSpPr txBox="1"/>
          <p:nvPr>
            <p:ph idx="12" type="sldNum"/>
          </p:nvPr>
        </p:nvSpPr>
        <p:spPr>
          <a:xfrm>
            <a:off x="6530932" y="6346865"/>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2" name="Google Shape;172;p40"/>
          <p:cNvPicPr preferRelativeResize="0"/>
          <p:nvPr>
            <p:ph idx="2" type="pic"/>
          </p:nvPr>
        </p:nvPicPr>
        <p:blipFill/>
        <p:spPr>
          <a:xfrm>
            <a:off x="7624831" y="0"/>
            <a:ext cx="4567169" cy="6858000"/>
          </a:xfrm>
          <a:prstGeom prst="rect">
            <a:avLst/>
          </a:prstGeom>
          <a:blipFill rotWithShape="1">
            <a:blip r:embed="rId2">
              <a:alphaModFix amt="85000"/>
            </a:blip>
            <a:stretch>
              <a:fillRect b="0" l="0" r="0" t="0"/>
            </a:stretch>
          </a:blipFill>
          <a:ln>
            <a:noFill/>
          </a:ln>
        </p:spPr>
      </p:pic>
      <p:cxnSp>
        <p:nvCxnSpPr>
          <p:cNvPr id="173" name="Google Shape;173;p40"/>
          <p:cNvCxnSpPr/>
          <p:nvPr/>
        </p:nvCxnSpPr>
        <p:spPr>
          <a:xfrm>
            <a:off x="7614198"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3">
  <p:cSld name="Content with Picture 3">
    <p:spTree>
      <p:nvGrpSpPr>
        <p:cNvPr id="174" name="Shape 174"/>
        <p:cNvGrpSpPr/>
        <p:nvPr/>
      </p:nvGrpSpPr>
      <p:grpSpPr>
        <a:xfrm>
          <a:off x="0" y="0"/>
          <a:ext cx="0" cy="0"/>
          <a:chOff x="0" y="0"/>
          <a:chExt cx="0" cy="0"/>
        </a:xfrm>
      </p:grpSpPr>
      <p:sp>
        <p:nvSpPr>
          <p:cNvPr id="175" name="Google Shape;175;p41"/>
          <p:cNvSpPr txBox="1"/>
          <p:nvPr>
            <p:ph type="title"/>
          </p:nvPr>
        </p:nvSpPr>
        <p:spPr>
          <a:xfrm>
            <a:off x="4632168" y="555536"/>
            <a:ext cx="6950232" cy="9326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76" name="Google Shape;176;p41"/>
          <p:cNvPicPr preferRelativeResize="0"/>
          <p:nvPr>
            <p:ph idx="2" type="pic"/>
          </p:nvPr>
        </p:nvPicPr>
        <p:blipFill/>
        <p:spPr>
          <a:xfrm>
            <a:off x="0" y="1"/>
            <a:ext cx="4023360" cy="6858000"/>
          </a:xfrm>
          <a:prstGeom prst="rect">
            <a:avLst/>
          </a:prstGeom>
          <a:blipFill rotWithShape="1">
            <a:blip r:embed="rId2">
              <a:alphaModFix amt="85000"/>
            </a:blip>
            <a:stretch>
              <a:fillRect b="0" l="0" r="0" t="0"/>
            </a:stretch>
          </a:blipFill>
          <a:ln>
            <a:noFill/>
          </a:ln>
        </p:spPr>
      </p:pic>
      <p:sp>
        <p:nvSpPr>
          <p:cNvPr id="177" name="Google Shape;177;p41"/>
          <p:cNvSpPr txBox="1"/>
          <p:nvPr>
            <p:ph idx="1" type="body"/>
          </p:nvPr>
        </p:nvSpPr>
        <p:spPr>
          <a:xfrm>
            <a:off x="4632168" y="1627632"/>
            <a:ext cx="6950232" cy="468622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41"/>
          <p:cNvSpPr txBox="1"/>
          <p:nvPr>
            <p:ph idx="11" type="ftr"/>
          </p:nvPr>
        </p:nvSpPr>
        <p:spPr>
          <a:xfrm>
            <a:off x="4632168" y="6343955"/>
            <a:ext cx="3422906"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41"/>
          <p:cNvSpPr txBox="1"/>
          <p:nvPr>
            <p:ph idx="10" type="dt"/>
          </p:nvPr>
        </p:nvSpPr>
        <p:spPr>
          <a:xfrm>
            <a:off x="8945699" y="6343955"/>
            <a:ext cx="2150873"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41"/>
          <p:cNvSpPr txBox="1"/>
          <p:nvPr>
            <p:ph idx="12" type="sldNum"/>
          </p:nvPr>
        </p:nvSpPr>
        <p:spPr>
          <a:xfrm>
            <a:off x="11147096" y="6343955"/>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81" name="Google Shape;181;p41"/>
          <p:cNvCxnSpPr/>
          <p:nvPr/>
        </p:nvCxnSpPr>
        <p:spPr>
          <a:xfrm>
            <a:off x="4033993"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5">
  <p:cSld name="Content with Picture 5">
    <p:spTree>
      <p:nvGrpSpPr>
        <p:cNvPr id="182" name="Shape 182"/>
        <p:cNvGrpSpPr/>
        <p:nvPr/>
      </p:nvGrpSpPr>
      <p:grpSpPr>
        <a:xfrm>
          <a:off x="0" y="0"/>
          <a:ext cx="0" cy="0"/>
          <a:chOff x="0" y="0"/>
          <a:chExt cx="0" cy="0"/>
        </a:xfrm>
      </p:grpSpPr>
      <p:sp>
        <p:nvSpPr>
          <p:cNvPr id="183" name="Google Shape;183;p42"/>
          <p:cNvSpPr txBox="1"/>
          <p:nvPr>
            <p:ph type="title"/>
          </p:nvPr>
        </p:nvSpPr>
        <p:spPr>
          <a:xfrm>
            <a:off x="7094553" y="499533"/>
            <a:ext cx="4477512" cy="132893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84" name="Google Shape;184;p42"/>
          <p:cNvPicPr preferRelativeResize="0"/>
          <p:nvPr>
            <p:ph idx="2" type="pic"/>
          </p:nvPr>
        </p:nvPicPr>
        <p:blipFill/>
        <p:spPr>
          <a:xfrm>
            <a:off x="1" y="0"/>
            <a:ext cx="6492240" cy="6858000"/>
          </a:xfrm>
          <a:prstGeom prst="rect">
            <a:avLst/>
          </a:prstGeom>
          <a:blipFill rotWithShape="1">
            <a:blip r:embed="rId2">
              <a:alphaModFix amt="85000"/>
            </a:blip>
            <a:stretch>
              <a:fillRect b="0" l="0" r="0" t="0"/>
            </a:stretch>
          </a:blipFill>
          <a:ln>
            <a:noFill/>
          </a:ln>
        </p:spPr>
      </p:pic>
      <p:sp>
        <p:nvSpPr>
          <p:cNvPr id="185" name="Google Shape;185;p42"/>
          <p:cNvSpPr txBox="1"/>
          <p:nvPr>
            <p:ph idx="1" type="body"/>
          </p:nvPr>
        </p:nvSpPr>
        <p:spPr>
          <a:xfrm>
            <a:off x="7104889" y="1975104"/>
            <a:ext cx="4477512" cy="428257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42"/>
          <p:cNvSpPr txBox="1"/>
          <p:nvPr>
            <p:ph idx="11" type="ftr"/>
          </p:nvPr>
        </p:nvSpPr>
        <p:spPr>
          <a:xfrm>
            <a:off x="7104889" y="6343955"/>
            <a:ext cx="2105099"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42"/>
          <p:cNvSpPr txBox="1"/>
          <p:nvPr>
            <p:ph idx="10" type="dt"/>
          </p:nvPr>
        </p:nvSpPr>
        <p:spPr>
          <a:xfrm>
            <a:off x="9375067" y="6343955"/>
            <a:ext cx="1772029"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42"/>
          <p:cNvSpPr txBox="1"/>
          <p:nvPr>
            <p:ph idx="12" type="sldNum"/>
          </p:nvPr>
        </p:nvSpPr>
        <p:spPr>
          <a:xfrm>
            <a:off x="11147096" y="6343955"/>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89" name="Google Shape;189;p42"/>
          <p:cNvCxnSpPr/>
          <p:nvPr/>
        </p:nvCxnSpPr>
        <p:spPr>
          <a:xfrm>
            <a:off x="6502874" y="0"/>
            <a:ext cx="0" cy="6858000"/>
          </a:xfrm>
          <a:prstGeom prst="straightConnector1">
            <a:avLst/>
          </a:prstGeom>
          <a:noFill/>
          <a:ln cap="flat" cmpd="sng" w="25400">
            <a:solidFill>
              <a:schemeClr val="dk1"/>
            </a:solidFill>
            <a:prstDash val="solid"/>
            <a:miter lim="800000"/>
            <a:headEnd len="sm" w="sm" type="none"/>
            <a:tailEnd len="sm" w="sm" type="none"/>
          </a:ln>
        </p:spPr>
      </p:cxnSp>
      <p:cxnSp>
        <p:nvCxnSpPr>
          <p:cNvPr id="190" name="Google Shape;190;p42"/>
          <p:cNvCxnSpPr/>
          <p:nvPr/>
        </p:nvCxnSpPr>
        <p:spPr>
          <a:xfrm>
            <a:off x="6502874"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6">
  <p:cSld name="Content with Picture 6">
    <p:spTree>
      <p:nvGrpSpPr>
        <p:cNvPr id="191" name="Shape 191"/>
        <p:cNvGrpSpPr/>
        <p:nvPr/>
      </p:nvGrpSpPr>
      <p:grpSpPr>
        <a:xfrm>
          <a:off x="0" y="0"/>
          <a:ext cx="0" cy="0"/>
          <a:chOff x="0" y="0"/>
          <a:chExt cx="0" cy="0"/>
        </a:xfrm>
      </p:grpSpPr>
      <p:sp>
        <p:nvSpPr>
          <p:cNvPr id="192" name="Google Shape;192;p43"/>
          <p:cNvSpPr txBox="1"/>
          <p:nvPr>
            <p:ph type="title"/>
          </p:nvPr>
        </p:nvSpPr>
        <p:spPr>
          <a:xfrm>
            <a:off x="612649" y="538716"/>
            <a:ext cx="4494189" cy="128816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43"/>
          <p:cNvSpPr txBox="1"/>
          <p:nvPr>
            <p:ph idx="1" type="body"/>
          </p:nvPr>
        </p:nvSpPr>
        <p:spPr>
          <a:xfrm>
            <a:off x="612775" y="1975104"/>
            <a:ext cx="4494063" cy="415695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43"/>
          <p:cNvSpPr txBox="1"/>
          <p:nvPr>
            <p:ph idx="11" type="ftr"/>
          </p:nvPr>
        </p:nvSpPr>
        <p:spPr>
          <a:xfrm>
            <a:off x="612776" y="6343955"/>
            <a:ext cx="209862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43"/>
          <p:cNvSpPr txBox="1"/>
          <p:nvPr>
            <p:ph idx="10" type="dt"/>
          </p:nvPr>
        </p:nvSpPr>
        <p:spPr>
          <a:xfrm>
            <a:off x="3213651" y="6343955"/>
            <a:ext cx="1573037"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43"/>
          <p:cNvSpPr txBox="1"/>
          <p:nvPr>
            <p:ph idx="12" type="sldNum"/>
          </p:nvPr>
        </p:nvSpPr>
        <p:spPr>
          <a:xfrm>
            <a:off x="4796658" y="6343955"/>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pic>
        <p:nvPicPr>
          <p:cNvPr id="197" name="Google Shape;197;p43"/>
          <p:cNvPicPr preferRelativeResize="0"/>
          <p:nvPr>
            <p:ph idx="2" type="pic"/>
          </p:nvPr>
        </p:nvPicPr>
        <p:blipFill/>
        <p:spPr>
          <a:xfrm>
            <a:off x="5658928" y="0"/>
            <a:ext cx="6533072" cy="6858000"/>
          </a:xfrm>
          <a:prstGeom prst="rect">
            <a:avLst/>
          </a:prstGeom>
          <a:blipFill rotWithShape="1">
            <a:blip r:embed="rId2">
              <a:alphaModFix amt="85000"/>
            </a:blip>
            <a:stretch>
              <a:fillRect b="0" l="0" r="0" t="0"/>
            </a:stretch>
          </a:blipFill>
          <a:ln>
            <a:noFill/>
          </a:ln>
        </p:spPr>
      </p:pic>
      <p:cxnSp>
        <p:nvCxnSpPr>
          <p:cNvPr id="198" name="Google Shape;198;p43"/>
          <p:cNvCxnSpPr/>
          <p:nvPr/>
        </p:nvCxnSpPr>
        <p:spPr>
          <a:xfrm>
            <a:off x="5648295" y="0"/>
            <a:ext cx="0" cy="6858000"/>
          </a:xfrm>
          <a:prstGeom prst="straightConnector1">
            <a:avLst/>
          </a:prstGeom>
          <a:noFill/>
          <a:ln cap="flat" cmpd="sng" w="25400">
            <a:solidFill>
              <a:schemeClr val="dk1"/>
            </a:solidFill>
            <a:prstDash val="solid"/>
            <a:miter lim="800000"/>
            <a:headEnd len="sm" w="sm" type="none"/>
            <a:tailEnd len="sm" w="sm" type="none"/>
          </a:ln>
        </p:spPr>
      </p:cxnSp>
      <p:cxnSp>
        <p:nvCxnSpPr>
          <p:cNvPr id="199" name="Google Shape;199;p43"/>
          <p:cNvCxnSpPr/>
          <p:nvPr/>
        </p:nvCxnSpPr>
        <p:spPr>
          <a:xfrm>
            <a:off x="5648295"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7">
  <p:cSld name="Content with Picture 7">
    <p:spTree>
      <p:nvGrpSpPr>
        <p:cNvPr id="200" name="Shape 200"/>
        <p:cNvGrpSpPr/>
        <p:nvPr/>
      </p:nvGrpSpPr>
      <p:grpSpPr>
        <a:xfrm>
          <a:off x="0" y="0"/>
          <a:ext cx="0" cy="0"/>
          <a:chOff x="0" y="0"/>
          <a:chExt cx="0" cy="0"/>
        </a:xfrm>
      </p:grpSpPr>
      <p:sp>
        <p:nvSpPr>
          <p:cNvPr id="201" name="Google Shape;201;p44"/>
          <p:cNvSpPr txBox="1"/>
          <p:nvPr>
            <p:ph type="title"/>
          </p:nvPr>
        </p:nvSpPr>
        <p:spPr>
          <a:xfrm>
            <a:off x="8212663" y="500039"/>
            <a:ext cx="3363514" cy="166722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2" name="Google Shape;202;p44"/>
          <p:cNvPicPr preferRelativeResize="0"/>
          <p:nvPr>
            <p:ph idx="2" type="pic"/>
          </p:nvPr>
        </p:nvPicPr>
        <p:blipFill/>
        <p:spPr>
          <a:xfrm>
            <a:off x="0" y="0"/>
            <a:ext cx="7584144" cy="6858000"/>
          </a:xfrm>
          <a:prstGeom prst="rect">
            <a:avLst/>
          </a:prstGeom>
          <a:blipFill rotWithShape="1">
            <a:blip r:embed="rId2">
              <a:alphaModFix amt="85000"/>
            </a:blip>
            <a:stretch>
              <a:fillRect b="0" l="0" r="0" t="0"/>
            </a:stretch>
          </a:blipFill>
          <a:ln>
            <a:noFill/>
          </a:ln>
        </p:spPr>
      </p:pic>
      <p:sp>
        <p:nvSpPr>
          <p:cNvPr id="203" name="Google Shape;203;p44"/>
          <p:cNvSpPr txBox="1"/>
          <p:nvPr>
            <p:ph idx="1" type="body"/>
          </p:nvPr>
        </p:nvSpPr>
        <p:spPr>
          <a:xfrm>
            <a:off x="8212790" y="2315569"/>
            <a:ext cx="3363513" cy="385464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44"/>
          <p:cNvSpPr txBox="1"/>
          <p:nvPr>
            <p:ph idx="11" type="ftr"/>
          </p:nvPr>
        </p:nvSpPr>
        <p:spPr>
          <a:xfrm>
            <a:off x="8212663" y="6343955"/>
            <a:ext cx="2012061"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44"/>
          <p:cNvSpPr txBox="1"/>
          <p:nvPr>
            <p:ph idx="10" type="dt"/>
          </p:nvPr>
        </p:nvSpPr>
        <p:spPr>
          <a:xfrm>
            <a:off x="10224724" y="6343955"/>
            <a:ext cx="922372"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44"/>
          <p:cNvSpPr txBox="1"/>
          <p:nvPr>
            <p:ph idx="12" type="sldNum"/>
          </p:nvPr>
        </p:nvSpPr>
        <p:spPr>
          <a:xfrm>
            <a:off x="11147096" y="6343955"/>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07" name="Google Shape;207;p44"/>
          <p:cNvCxnSpPr/>
          <p:nvPr/>
        </p:nvCxnSpPr>
        <p:spPr>
          <a:xfrm>
            <a:off x="7600186"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8">
  <p:cSld name="Content with Picture 8">
    <p:spTree>
      <p:nvGrpSpPr>
        <p:cNvPr id="208" name="Shape 208"/>
        <p:cNvGrpSpPr/>
        <p:nvPr/>
      </p:nvGrpSpPr>
      <p:grpSpPr>
        <a:xfrm>
          <a:off x="0" y="0"/>
          <a:ext cx="0" cy="0"/>
          <a:chOff x="0" y="0"/>
          <a:chExt cx="0" cy="0"/>
        </a:xfrm>
      </p:grpSpPr>
      <p:sp>
        <p:nvSpPr>
          <p:cNvPr id="209" name="Google Shape;209;p45"/>
          <p:cNvSpPr txBox="1"/>
          <p:nvPr>
            <p:ph type="title"/>
          </p:nvPr>
        </p:nvSpPr>
        <p:spPr>
          <a:xfrm>
            <a:off x="615697" y="500039"/>
            <a:ext cx="3363514" cy="166722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45"/>
          <p:cNvSpPr txBox="1"/>
          <p:nvPr>
            <p:ph idx="1" type="body"/>
          </p:nvPr>
        </p:nvSpPr>
        <p:spPr>
          <a:xfrm>
            <a:off x="615824" y="2315569"/>
            <a:ext cx="3363513" cy="38148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45"/>
          <p:cNvSpPr txBox="1"/>
          <p:nvPr>
            <p:ph idx="11" type="ftr"/>
          </p:nvPr>
        </p:nvSpPr>
        <p:spPr>
          <a:xfrm>
            <a:off x="615697" y="6343955"/>
            <a:ext cx="1637337"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45"/>
          <p:cNvSpPr txBox="1"/>
          <p:nvPr>
            <p:ph idx="10" type="dt"/>
          </p:nvPr>
        </p:nvSpPr>
        <p:spPr>
          <a:xfrm>
            <a:off x="2703447" y="6343955"/>
            <a:ext cx="949766"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45"/>
          <p:cNvSpPr txBox="1"/>
          <p:nvPr>
            <p:ph idx="12" type="sldNum"/>
          </p:nvPr>
        </p:nvSpPr>
        <p:spPr>
          <a:xfrm>
            <a:off x="3653213" y="6343955"/>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14" name="Google Shape;214;p45"/>
          <p:cNvPicPr preferRelativeResize="0"/>
          <p:nvPr>
            <p:ph idx="2" type="pic"/>
          </p:nvPr>
        </p:nvPicPr>
        <p:blipFill/>
        <p:spPr>
          <a:xfrm>
            <a:off x="4607856" y="0"/>
            <a:ext cx="7584144" cy="6858000"/>
          </a:xfrm>
          <a:prstGeom prst="rect">
            <a:avLst/>
          </a:prstGeom>
          <a:blipFill rotWithShape="1">
            <a:blip r:embed="rId2">
              <a:alphaModFix amt="85000"/>
            </a:blip>
            <a:stretch>
              <a:fillRect b="0" l="0" r="0" t="0"/>
            </a:stretch>
          </a:blipFill>
          <a:ln>
            <a:noFill/>
          </a:ln>
        </p:spPr>
      </p:pic>
      <p:cxnSp>
        <p:nvCxnSpPr>
          <p:cNvPr id="215" name="Google Shape;215;p45"/>
          <p:cNvCxnSpPr/>
          <p:nvPr/>
        </p:nvCxnSpPr>
        <p:spPr>
          <a:xfrm>
            <a:off x="4597223"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9">
  <p:cSld name="Content with Picture 9">
    <p:spTree>
      <p:nvGrpSpPr>
        <p:cNvPr id="216" name="Shape 216"/>
        <p:cNvGrpSpPr/>
        <p:nvPr/>
      </p:nvGrpSpPr>
      <p:grpSpPr>
        <a:xfrm>
          <a:off x="0" y="0"/>
          <a:ext cx="0" cy="0"/>
          <a:chOff x="0" y="0"/>
          <a:chExt cx="0" cy="0"/>
        </a:xfrm>
      </p:grpSpPr>
      <p:sp>
        <p:nvSpPr>
          <p:cNvPr id="217" name="Google Shape;217;p46"/>
          <p:cNvSpPr txBox="1"/>
          <p:nvPr>
            <p:ph type="title"/>
          </p:nvPr>
        </p:nvSpPr>
        <p:spPr>
          <a:xfrm>
            <a:off x="8888061" y="990511"/>
            <a:ext cx="2699254" cy="185894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18" name="Google Shape;218;p46"/>
          <p:cNvPicPr preferRelativeResize="0"/>
          <p:nvPr>
            <p:ph idx="2" type="pic"/>
          </p:nvPr>
        </p:nvPicPr>
        <p:blipFill/>
        <p:spPr>
          <a:xfrm>
            <a:off x="0" y="0"/>
            <a:ext cx="8326323" cy="6858000"/>
          </a:xfrm>
          <a:prstGeom prst="rect">
            <a:avLst/>
          </a:prstGeom>
          <a:blipFill rotWithShape="1">
            <a:blip r:embed="rId2">
              <a:alphaModFix amt="85000"/>
            </a:blip>
            <a:stretch>
              <a:fillRect b="0" l="0" r="0" t="0"/>
            </a:stretch>
          </a:blipFill>
          <a:ln>
            <a:noFill/>
          </a:ln>
        </p:spPr>
      </p:pic>
      <p:sp>
        <p:nvSpPr>
          <p:cNvPr id="219" name="Google Shape;219;p46"/>
          <p:cNvSpPr txBox="1"/>
          <p:nvPr>
            <p:ph idx="1" type="body"/>
          </p:nvPr>
        </p:nvSpPr>
        <p:spPr>
          <a:xfrm>
            <a:off x="8889055" y="3011335"/>
            <a:ext cx="2693346" cy="265625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800"/>
              <a:buNone/>
              <a:defRPr/>
            </a:lvl1pPr>
            <a:lvl2pPr indent="-228600" lvl="1" marL="914400" algn="l">
              <a:lnSpc>
                <a:spcPct val="120000"/>
              </a:lnSpc>
              <a:spcBef>
                <a:spcPts val="500"/>
              </a:spcBef>
              <a:spcAft>
                <a:spcPts val="0"/>
              </a:spcAft>
              <a:buClr>
                <a:schemeClr val="dk1"/>
              </a:buClr>
              <a:buSzPts val="16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46"/>
          <p:cNvSpPr txBox="1"/>
          <p:nvPr>
            <p:ph idx="11" type="ftr"/>
          </p:nvPr>
        </p:nvSpPr>
        <p:spPr>
          <a:xfrm>
            <a:off x="8888061" y="6343955"/>
            <a:ext cx="140446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46"/>
          <p:cNvSpPr txBox="1"/>
          <p:nvPr>
            <p:ph idx="10" type="dt"/>
          </p:nvPr>
        </p:nvSpPr>
        <p:spPr>
          <a:xfrm>
            <a:off x="10292522" y="6343955"/>
            <a:ext cx="854573"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46"/>
          <p:cNvSpPr txBox="1"/>
          <p:nvPr>
            <p:ph idx="12" type="sldNum"/>
          </p:nvPr>
        </p:nvSpPr>
        <p:spPr>
          <a:xfrm>
            <a:off x="11147096" y="6343955"/>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23" name="Google Shape;223;p46"/>
          <p:cNvCxnSpPr/>
          <p:nvPr/>
        </p:nvCxnSpPr>
        <p:spPr>
          <a:xfrm>
            <a:off x="8340807"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0">
  <p:cSld name="Content with Picture 10">
    <p:spTree>
      <p:nvGrpSpPr>
        <p:cNvPr id="224" name="Shape 224"/>
        <p:cNvGrpSpPr/>
        <p:nvPr/>
      </p:nvGrpSpPr>
      <p:grpSpPr>
        <a:xfrm>
          <a:off x="0" y="0"/>
          <a:ext cx="0" cy="0"/>
          <a:chOff x="0" y="0"/>
          <a:chExt cx="0" cy="0"/>
        </a:xfrm>
      </p:grpSpPr>
      <p:sp>
        <p:nvSpPr>
          <p:cNvPr id="225" name="Google Shape;225;p47"/>
          <p:cNvSpPr txBox="1"/>
          <p:nvPr>
            <p:ph type="title"/>
          </p:nvPr>
        </p:nvSpPr>
        <p:spPr>
          <a:xfrm>
            <a:off x="615697" y="990511"/>
            <a:ext cx="2699254" cy="185894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47"/>
          <p:cNvSpPr txBox="1"/>
          <p:nvPr>
            <p:ph idx="1" type="body"/>
          </p:nvPr>
        </p:nvSpPr>
        <p:spPr>
          <a:xfrm>
            <a:off x="616691" y="3011335"/>
            <a:ext cx="2693346" cy="265625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800"/>
              <a:buNone/>
              <a:defRPr/>
            </a:lvl1pPr>
            <a:lvl2pPr indent="-228600" lvl="1" marL="914400" algn="l">
              <a:lnSpc>
                <a:spcPct val="120000"/>
              </a:lnSpc>
              <a:spcBef>
                <a:spcPts val="500"/>
              </a:spcBef>
              <a:spcAft>
                <a:spcPts val="0"/>
              </a:spcAft>
              <a:buClr>
                <a:schemeClr val="dk1"/>
              </a:buClr>
              <a:buSzPts val="16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47"/>
          <p:cNvSpPr txBox="1"/>
          <p:nvPr>
            <p:ph idx="11" type="ftr"/>
          </p:nvPr>
        </p:nvSpPr>
        <p:spPr>
          <a:xfrm>
            <a:off x="615697" y="6343955"/>
            <a:ext cx="140446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47"/>
          <p:cNvSpPr txBox="1"/>
          <p:nvPr>
            <p:ph idx="10" type="dt"/>
          </p:nvPr>
        </p:nvSpPr>
        <p:spPr>
          <a:xfrm>
            <a:off x="1606165" y="6343955"/>
            <a:ext cx="1597578"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47"/>
          <p:cNvSpPr txBox="1"/>
          <p:nvPr>
            <p:ph idx="12" type="sldNum"/>
          </p:nvPr>
        </p:nvSpPr>
        <p:spPr>
          <a:xfrm>
            <a:off x="3203743" y="6343955"/>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30" name="Google Shape;230;p47"/>
          <p:cNvPicPr preferRelativeResize="0"/>
          <p:nvPr>
            <p:ph idx="2" type="pic"/>
          </p:nvPr>
        </p:nvPicPr>
        <p:blipFill/>
        <p:spPr>
          <a:xfrm>
            <a:off x="3865677" y="0"/>
            <a:ext cx="8326323" cy="6858000"/>
          </a:xfrm>
          <a:prstGeom prst="rect">
            <a:avLst/>
          </a:prstGeom>
          <a:blipFill rotWithShape="1">
            <a:blip r:embed="rId2">
              <a:alphaModFix amt="85000"/>
            </a:blip>
            <a:stretch>
              <a:fillRect b="0" l="0" r="0" t="0"/>
            </a:stretch>
          </a:blipFill>
          <a:ln>
            <a:noFill/>
          </a:ln>
        </p:spPr>
      </p:pic>
      <p:cxnSp>
        <p:nvCxnSpPr>
          <p:cNvPr id="231" name="Google Shape;231;p47"/>
          <p:cNvCxnSpPr/>
          <p:nvPr/>
        </p:nvCxnSpPr>
        <p:spPr>
          <a:xfrm>
            <a:off x="3855044" y="0"/>
            <a:ext cx="0" cy="685800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1">
  <p:cSld name="Content with Picture 11">
    <p:spTree>
      <p:nvGrpSpPr>
        <p:cNvPr id="232" name="Shape 232"/>
        <p:cNvGrpSpPr/>
        <p:nvPr/>
      </p:nvGrpSpPr>
      <p:grpSpPr>
        <a:xfrm>
          <a:off x="0" y="0"/>
          <a:ext cx="0" cy="0"/>
          <a:chOff x="0" y="0"/>
          <a:chExt cx="0" cy="0"/>
        </a:xfrm>
      </p:grpSpPr>
      <p:sp>
        <p:nvSpPr>
          <p:cNvPr id="233" name="Google Shape;233;p48"/>
          <p:cNvSpPr txBox="1"/>
          <p:nvPr>
            <p:ph type="title"/>
          </p:nvPr>
        </p:nvSpPr>
        <p:spPr>
          <a:xfrm>
            <a:off x="612647" y="4457610"/>
            <a:ext cx="4019522" cy="16179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34" name="Google Shape;234;p48"/>
          <p:cNvPicPr preferRelativeResize="0"/>
          <p:nvPr>
            <p:ph idx="2" type="pic"/>
          </p:nvPr>
        </p:nvPicPr>
        <p:blipFill/>
        <p:spPr>
          <a:xfrm>
            <a:off x="-1" y="0"/>
            <a:ext cx="12192000" cy="4142231"/>
          </a:xfrm>
          <a:prstGeom prst="rect">
            <a:avLst/>
          </a:prstGeom>
          <a:blipFill rotWithShape="1">
            <a:blip r:embed="rId2">
              <a:alphaModFix amt="85000"/>
            </a:blip>
            <a:stretch>
              <a:fillRect b="0" l="0" r="0" t="0"/>
            </a:stretch>
          </a:blipFill>
          <a:ln>
            <a:noFill/>
          </a:ln>
        </p:spPr>
      </p:pic>
      <p:sp>
        <p:nvSpPr>
          <p:cNvPr id="235" name="Google Shape;235;p48"/>
          <p:cNvSpPr txBox="1"/>
          <p:nvPr>
            <p:ph idx="1" type="body"/>
          </p:nvPr>
        </p:nvSpPr>
        <p:spPr>
          <a:xfrm>
            <a:off x="5156010" y="4457611"/>
            <a:ext cx="6426391" cy="161792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800"/>
              <a:buNone/>
              <a:defRPr/>
            </a:lvl1pPr>
            <a:lvl2pPr indent="-228600" lvl="1" marL="914400" algn="l">
              <a:lnSpc>
                <a:spcPct val="120000"/>
              </a:lnSpc>
              <a:spcBef>
                <a:spcPts val="500"/>
              </a:spcBef>
              <a:spcAft>
                <a:spcPts val="0"/>
              </a:spcAft>
              <a:buClr>
                <a:schemeClr val="dk1"/>
              </a:buClr>
              <a:buSzPts val="16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6" name="Google Shape;236;p48"/>
          <p:cNvCxnSpPr/>
          <p:nvPr/>
        </p:nvCxnSpPr>
        <p:spPr>
          <a:xfrm>
            <a:off x="0" y="4142231"/>
            <a:ext cx="12192000" cy="0"/>
          </a:xfrm>
          <a:prstGeom prst="straightConnector1">
            <a:avLst/>
          </a:prstGeom>
          <a:noFill/>
          <a:ln cap="flat" cmpd="sng" w="25400">
            <a:solidFill>
              <a:schemeClr val="dk1"/>
            </a:solidFill>
            <a:prstDash val="solid"/>
            <a:miter lim="800000"/>
            <a:headEnd len="sm" w="sm" type="none"/>
            <a:tailEnd len="sm" w="sm" type="none"/>
          </a:ln>
        </p:spPr>
      </p:cxnSp>
      <p:sp>
        <p:nvSpPr>
          <p:cNvPr id="237" name="Google Shape;237;p48"/>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48"/>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48"/>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2">
  <p:cSld name="Content with Picture 12">
    <p:spTree>
      <p:nvGrpSpPr>
        <p:cNvPr id="240" name="Shape 240"/>
        <p:cNvGrpSpPr/>
        <p:nvPr/>
      </p:nvGrpSpPr>
      <p:grpSpPr>
        <a:xfrm>
          <a:off x="0" y="0"/>
          <a:ext cx="0" cy="0"/>
          <a:chOff x="0" y="0"/>
          <a:chExt cx="0" cy="0"/>
        </a:xfrm>
      </p:grpSpPr>
      <p:sp>
        <p:nvSpPr>
          <p:cNvPr id="241" name="Google Shape;241;p49"/>
          <p:cNvSpPr txBox="1"/>
          <p:nvPr>
            <p:ph type="title"/>
          </p:nvPr>
        </p:nvSpPr>
        <p:spPr>
          <a:xfrm>
            <a:off x="612646" y="3880757"/>
            <a:ext cx="3044954" cy="2245126"/>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42" name="Google Shape;242;p49"/>
          <p:cNvPicPr preferRelativeResize="0"/>
          <p:nvPr>
            <p:ph idx="2" type="pic"/>
          </p:nvPr>
        </p:nvPicPr>
        <p:blipFill/>
        <p:spPr>
          <a:xfrm>
            <a:off x="-1" y="0"/>
            <a:ext cx="12192000" cy="3443331"/>
          </a:xfrm>
          <a:prstGeom prst="rect">
            <a:avLst/>
          </a:prstGeom>
          <a:blipFill rotWithShape="1">
            <a:blip r:embed="rId2">
              <a:alphaModFix amt="85000"/>
            </a:blip>
            <a:stretch>
              <a:fillRect b="0" l="0" r="0" t="0"/>
            </a:stretch>
          </a:blipFill>
          <a:ln>
            <a:noFill/>
          </a:ln>
        </p:spPr>
      </p:pic>
      <p:sp>
        <p:nvSpPr>
          <p:cNvPr id="243" name="Google Shape;243;p49"/>
          <p:cNvSpPr txBox="1"/>
          <p:nvPr>
            <p:ph idx="1" type="body"/>
          </p:nvPr>
        </p:nvSpPr>
        <p:spPr>
          <a:xfrm>
            <a:off x="4122370" y="3880757"/>
            <a:ext cx="7460029" cy="244384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800"/>
              <a:buNone/>
              <a:defRPr/>
            </a:lvl1pPr>
            <a:lvl2pPr indent="-228600" lvl="1" marL="914400" algn="l">
              <a:lnSpc>
                <a:spcPct val="120000"/>
              </a:lnSpc>
              <a:spcBef>
                <a:spcPts val="500"/>
              </a:spcBef>
              <a:spcAft>
                <a:spcPts val="0"/>
              </a:spcAft>
              <a:buClr>
                <a:schemeClr val="dk1"/>
              </a:buClr>
              <a:buSzPts val="16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4" name="Google Shape;244;p49"/>
          <p:cNvCxnSpPr/>
          <p:nvPr/>
        </p:nvCxnSpPr>
        <p:spPr>
          <a:xfrm>
            <a:off x="0" y="3453964"/>
            <a:ext cx="12192000" cy="0"/>
          </a:xfrm>
          <a:prstGeom prst="straightConnector1">
            <a:avLst/>
          </a:prstGeom>
          <a:noFill/>
          <a:ln cap="flat" cmpd="sng" w="25400">
            <a:solidFill>
              <a:schemeClr val="dk1"/>
            </a:solidFill>
            <a:prstDash val="solid"/>
            <a:miter lim="800000"/>
            <a:headEnd len="sm" w="sm" type="none"/>
            <a:tailEnd len="sm" w="sm" type="none"/>
          </a:ln>
        </p:spPr>
      </p:cxnSp>
      <p:sp>
        <p:nvSpPr>
          <p:cNvPr id="245" name="Google Shape;245;p49"/>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49"/>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49"/>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3">
  <p:cSld name="Content with Picture 13">
    <p:spTree>
      <p:nvGrpSpPr>
        <p:cNvPr id="248" name="Shape 248"/>
        <p:cNvGrpSpPr/>
        <p:nvPr/>
      </p:nvGrpSpPr>
      <p:grpSpPr>
        <a:xfrm>
          <a:off x="0" y="0"/>
          <a:ext cx="0" cy="0"/>
          <a:chOff x="0" y="0"/>
          <a:chExt cx="0" cy="0"/>
        </a:xfrm>
      </p:grpSpPr>
      <p:sp>
        <p:nvSpPr>
          <p:cNvPr id="249" name="Google Shape;249;p50"/>
          <p:cNvSpPr txBox="1"/>
          <p:nvPr>
            <p:ph type="title"/>
          </p:nvPr>
        </p:nvSpPr>
        <p:spPr>
          <a:xfrm>
            <a:off x="609600" y="707477"/>
            <a:ext cx="3021873" cy="177354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50"/>
          <p:cNvSpPr txBox="1"/>
          <p:nvPr>
            <p:ph idx="1" type="body"/>
          </p:nvPr>
        </p:nvSpPr>
        <p:spPr>
          <a:xfrm>
            <a:off x="4122370" y="707476"/>
            <a:ext cx="7460029" cy="233045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800"/>
              <a:buNone/>
              <a:defRPr/>
            </a:lvl1pPr>
            <a:lvl2pPr indent="-228600" lvl="1" marL="914400" algn="l">
              <a:lnSpc>
                <a:spcPct val="120000"/>
              </a:lnSpc>
              <a:spcBef>
                <a:spcPts val="500"/>
              </a:spcBef>
              <a:spcAft>
                <a:spcPts val="0"/>
              </a:spcAft>
              <a:buClr>
                <a:schemeClr val="dk1"/>
              </a:buClr>
              <a:buSzPts val="16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 name="Google Shape;251;p50"/>
          <p:cNvSpPr txBox="1"/>
          <p:nvPr>
            <p:ph idx="11" type="ftr"/>
          </p:nvPr>
        </p:nvSpPr>
        <p:spPr>
          <a:xfrm>
            <a:off x="609600" y="3135210"/>
            <a:ext cx="2791027"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50"/>
          <p:cNvSpPr txBox="1"/>
          <p:nvPr>
            <p:ph idx="10" type="dt"/>
          </p:nvPr>
        </p:nvSpPr>
        <p:spPr>
          <a:xfrm>
            <a:off x="9565894" y="3135210"/>
            <a:ext cx="1559379"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50"/>
          <p:cNvSpPr txBox="1"/>
          <p:nvPr>
            <p:ph idx="12" type="sldNum"/>
          </p:nvPr>
        </p:nvSpPr>
        <p:spPr>
          <a:xfrm>
            <a:off x="11145151" y="3135210"/>
            <a:ext cx="429207"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54" name="Google Shape;254;p50"/>
          <p:cNvPicPr preferRelativeResize="0"/>
          <p:nvPr>
            <p:ph idx="2" type="pic"/>
          </p:nvPr>
        </p:nvPicPr>
        <p:blipFill/>
        <p:spPr>
          <a:xfrm>
            <a:off x="-1" y="3636524"/>
            <a:ext cx="12192000" cy="3221477"/>
          </a:xfrm>
          <a:prstGeom prst="rect">
            <a:avLst/>
          </a:prstGeom>
          <a:blipFill rotWithShape="1">
            <a:blip r:embed="rId2">
              <a:alphaModFix amt="85000"/>
            </a:blip>
            <a:stretch>
              <a:fillRect b="0" l="0" r="0" t="0"/>
            </a:stretch>
          </a:blipFill>
          <a:ln>
            <a:noFill/>
          </a:ln>
        </p:spPr>
      </p:pic>
      <p:cxnSp>
        <p:nvCxnSpPr>
          <p:cNvPr id="255" name="Google Shape;255;p50"/>
          <p:cNvCxnSpPr/>
          <p:nvPr/>
        </p:nvCxnSpPr>
        <p:spPr>
          <a:xfrm>
            <a:off x="-1" y="3625891"/>
            <a:ext cx="12192000" cy="0"/>
          </a:xfrm>
          <a:prstGeom prst="straightConnector1">
            <a:avLst/>
          </a:prstGeom>
          <a:noFill/>
          <a:ln cap="flat" cmpd="sng" w="25400">
            <a:solidFill>
              <a:schemeClr val="dk1"/>
            </a:solidFill>
            <a:prstDash val="solid"/>
            <a:miter lim="800000"/>
            <a:headEnd len="sm" w="sm" type="none"/>
            <a:tailEnd len="sm" w="sm"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4">
  <p:cSld name="Content with Picture 14">
    <p:bg>
      <p:bgPr>
        <a:solidFill>
          <a:schemeClr val="lt1"/>
        </a:solidFill>
      </p:bgPr>
    </p:bg>
    <p:spTree>
      <p:nvGrpSpPr>
        <p:cNvPr id="256" name="Shape 256"/>
        <p:cNvGrpSpPr/>
        <p:nvPr/>
      </p:nvGrpSpPr>
      <p:grpSpPr>
        <a:xfrm>
          <a:off x="0" y="0"/>
          <a:ext cx="0" cy="0"/>
          <a:chOff x="0" y="0"/>
          <a:chExt cx="0" cy="0"/>
        </a:xfrm>
      </p:grpSpPr>
      <p:sp>
        <p:nvSpPr>
          <p:cNvPr id="257" name="Google Shape;257;p51"/>
          <p:cNvSpPr txBox="1"/>
          <p:nvPr>
            <p:ph type="title"/>
          </p:nvPr>
        </p:nvSpPr>
        <p:spPr>
          <a:xfrm>
            <a:off x="612647" y="559341"/>
            <a:ext cx="10969753" cy="9326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51"/>
          <p:cNvSpPr txBox="1"/>
          <p:nvPr>
            <p:ph idx="1" type="body"/>
          </p:nvPr>
        </p:nvSpPr>
        <p:spPr>
          <a:xfrm>
            <a:off x="612648" y="1838424"/>
            <a:ext cx="4485564" cy="448817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p51"/>
          <p:cNvSpPr txBox="1"/>
          <p:nvPr>
            <p:ph idx="11" type="ftr"/>
          </p:nvPr>
        </p:nvSpPr>
        <p:spPr>
          <a:xfrm>
            <a:off x="612647" y="6343955"/>
            <a:ext cx="2055525"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51"/>
          <p:cNvSpPr txBox="1"/>
          <p:nvPr>
            <p:ph idx="10" type="dt"/>
          </p:nvPr>
        </p:nvSpPr>
        <p:spPr>
          <a:xfrm>
            <a:off x="3232969" y="6343955"/>
            <a:ext cx="1449697"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1" name="Google Shape;261;p51"/>
          <p:cNvSpPr txBox="1"/>
          <p:nvPr>
            <p:ph idx="12" type="sldNum"/>
          </p:nvPr>
        </p:nvSpPr>
        <p:spPr>
          <a:xfrm>
            <a:off x="4682667" y="6343955"/>
            <a:ext cx="4430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62" name="Google Shape;262;p51"/>
          <p:cNvSpPr/>
          <p:nvPr/>
        </p:nvSpPr>
        <p:spPr>
          <a:xfrm>
            <a:off x="5774454" y="2174531"/>
            <a:ext cx="5804899" cy="4152068"/>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pic>
        <p:nvPicPr>
          <p:cNvPr id="263" name="Google Shape;263;p51"/>
          <p:cNvPicPr preferRelativeResize="0"/>
          <p:nvPr>
            <p:ph idx="2" type="pic"/>
          </p:nvPr>
        </p:nvPicPr>
        <p:blipFill/>
        <p:spPr>
          <a:xfrm>
            <a:off x="5644314" y="1838424"/>
            <a:ext cx="5715205" cy="4292324"/>
          </a:xfrm>
          <a:prstGeom prst="rect">
            <a:avLst/>
          </a:prstGeom>
          <a:blipFill rotWithShape="1">
            <a:blip r:embed="rId2">
              <a:alphaModFix amt="85000"/>
            </a:blip>
            <a:stretch>
              <a:fillRect b="0" l="0" r="0" t="0"/>
            </a:stretch>
          </a:blipFill>
          <a:ln cap="flat" cmpd="sng" w="25400">
            <a:solidFill>
              <a:schemeClr val="dk1"/>
            </a:solidFill>
            <a:prstDash val="solid"/>
            <a:round/>
            <a:headEnd len="sm" w="sm" type="none"/>
            <a:tailEnd len="sm" w="sm" type="none"/>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5">
  <p:cSld name="Content with Picture 15">
    <p:spTree>
      <p:nvGrpSpPr>
        <p:cNvPr id="264" name="Shape 264"/>
        <p:cNvGrpSpPr/>
        <p:nvPr/>
      </p:nvGrpSpPr>
      <p:grpSpPr>
        <a:xfrm>
          <a:off x="0" y="0"/>
          <a:ext cx="0" cy="0"/>
          <a:chOff x="0" y="0"/>
          <a:chExt cx="0" cy="0"/>
        </a:xfrm>
      </p:grpSpPr>
      <p:sp>
        <p:nvSpPr>
          <p:cNvPr id="265" name="Google Shape;265;p52"/>
          <p:cNvSpPr/>
          <p:nvPr/>
        </p:nvSpPr>
        <p:spPr>
          <a:xfrm>
            <a:off x="5440228" y="2239339"/>
            <a:ext cx="6139125" cy="3880753"/>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266" name="Google Shape;266;p52"/>
          <p:cNvSpPr txBox="1"/>
          <p:nvPr>
            <p:ph type="title"/>
          </p:nvPr>
        </p:nvSpPr>
        <p:spPr>
          <a:xfrm>
            <a:off x="612647" y="559341"/>
            <a:ext cx="10969753" cy="9326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52"/>
          <p:cNvSpPr txBox="1"/>
          <p:nvPr>
            <p:ph idx="1" type="body"/>
          </p:nvPr>
        </p:nvSpPr>
        <p:spPr>
          <a:xfrm>
            <a:off x="612647" y="1912398"/>
            <a:ext cx="4113357" cy="42076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8" name="Google Shape;268;p52"/>
          <p:cNvPicPr preferRelativeResize="0"/>
          <p:nvPr>
            <p:ph idx="2" type="pic"/>
          </p:nvPr>
        </p:nvPicPr>
        <p:blipFill/>
        <p:spPr>
          <a:xfrm>
            <a:off x="5315252" y="1912398"/>
            <a:ext cx="6044267" cy="4011844"/>
          </a:xfrm>
          <a:prstGeom prst="rect">
            <a:avLst/>
          </a:prstGeom>
          <a:blipFill rotWithShape="1">
            <a:blip r:embed="rId2">
              <a:alphaModFix amt="85000"/>
            </a:blip>
            <a:stretch>
              <a:fillRect b="0" l="0" r="0" t="0"/>
            </a:stretch>
          </a:blipFill>
          <a:ln cap="flat" cmpd="sng" w="25400">
            <a:solidFill>
              <a:schemeClr val="dk1"/>
            </a:solidFill>
            <a:prstDash val="solid"/>
            <a:round/>
            <a:headEnd len="sm" w="sm" type="none"/>
            <a:tailEnd len="sm" w="sm" type="none"/>
          </a:ln>
        </p:spPr>
      </p:pic>
      <p:sp>
        <p:nvSpPr>
          <p:cNvPr id="269" name="Google Shape;269;p52"/>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52"/>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1" name="Google Shape;271;p52"/>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6">
  <p:cSld name="Content with Picture 16">
    <p:spTree>
      <p:nvGrpSpPr>
        <p:cNvPr id="272" name="Shape 272"/>
        <p:cNvGrpSpPr/>
        <p:nvPr/>
      </p:nvGrpSpPr>
      <p:grpSpPr>
        <a:xfrm>
          <a:off x="0" y="0"/>
          <a:ext cx="0" cy="0"/>
          <a:chOff x="0" y="0"/>
          <a:chExt cx="0" cy="0"/>
        </a:xfrm>
      </p:grpSpPr>
      <p:sp>
        <p:nvSpPr>
          <p:cNvPr id="273" name="Google Shape;273;p53"/>
          <p:cNvSpPr/>
          <p:nvPr/>
        </p:nvSpPr>
        <p:spPr>
          <a:xfrm>
            <a:off x="739739" y="1970410"/>
            <a:ext cx="5804899" cy="4349562"/>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274" name="Google Shape;274;p53"/>
          <p:cNvSpPr txBox="1"/>
          <p:nvPr>
            <p:ph type="title"/>
          </p:nvPr>
        </p:nvSpPr>
        <p:spPr>
          <a:xfrm>
            <a:off x="612647" y="557784"/>
            <a:ext cx="10969753" cy="93268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75" name="Google Shape;275;p53"/>
          <p:cNvPicPr preferRelativeResize="0"/>
          <p:nvPr>
            <p:ph idx="2" type="pic"/>
          </p:nvPr>
        </p:nvPicPr>
        <p:blipFill/>
        <p:spPr>
          <a:xfrm>
            <a:off x="609599" y="1627632"/>
            <a:ext cx="5715205" cy="4496489"/>
          </a:xfrm>
          <a:prstGeom prst="rect">
            <a:avLst/>
          </a:prstGeom>
          <a:blipFill rotWithShape="1">
            <a:blip r:embed="rId2">
              <a:alphaModFix amt="85000"/>
            </a:blip>
            <a:stretch>
              <a:fillRect b="0" l="0" r="0" t="0"/>
            </a:stretch>
          </a:blipFill>
          <a:ln cap="flat" cmpd="sng" w="25400">
            <a:solidFill>
              <a:schemeClr val="dk1"/>
            </a:solidFill>
            <a:prstDash val="solid"/>
            <a:round/>
            <a:headEnd len="sm" w="sm" type="none"/>
            <a:tailEnd len="sm" w="sm" type="none"/>
          </a:ln>
        </p:spPr>
      </p:pic>
      <p:sp>
        <p:nvSpPr>
          <p:cNvPr id="276" name="Google Shape;276;p53"/>
          <p:cNvSpPr txBox="1"/>
          <p:nvPr>
            <p:ph idx="1" type="body"/>
          </p:nvPr>
        </p:nvSpPr>
        <p:spPr>
          <a:xfrm>
            <a:off x="7103255" y="1627632"/>
            <a:ext cx="4479145" cy="469234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 name="Google Shape;277;p53"/>
          <p:cNvSpPr txBox="1"/>
          <p:nvPr>
            <p:ph idx="11" type="ftr"/>
          </p:nvPr>
        </p:nvSpPr>
        <p:spPr>
          <a:xfrm>
            <a:off x="7103254" y="6343955"/>
            <a:ext cx="2144113"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53"/>
          <p:cNvSpPr txBox="1"/>
          <p:nvPr>
            <p:ph idx="10" type="dt"/>
          </p:nvPr>
        </p:nvSpPr>
        <p:spPr>
          <a:xfrm>
            <a:off x="9698655" y="6343955"/>
            <a:ext cx="1449697"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9" name="Google Shape;279;p53"/>
          <p:cNvSpPr txBox="1"/>
          <p:nvPr>
            <p:ph idx="12" type="sldNum"/>
          </p:nvPr>
        </p:nvSpPr>
        <p:spPr>
          <a:xfrm>
            <a:off x="11125200" y="6343955"/>
            <a:ext cx="44306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8">
  <p:cSld name="Content with Picture 18">
    <p:spTree>
      <p:nvGrpSpPr>
        <p:cNvPr id="280" name="Shape 280"/>
        <p:cNvGrpSpPr/>
        <p:nvPr/>
      </p:nvGrpSpPr>
      <p:grpSpPr>
        <a:xfrm>
          <a:off x="0" y="0"/>
          <a:ext cx="0" cy="0"/>
          <a:chOff x="0" y="0"/>
          <a:chExt cx="0" cy="0"/>
        </a:xfrm>
      </p:grpSpPr>
      <p:sp>
        <p:nvSpPr>
          <p:cNvPr id="281" name="Google Shape;281;p54"/>
          <p:cNvSpPr/>
          <p:nvPr/>
        </p:nvSpPr>
        <p:spPr>
          <a:xfrm>
            <a:off x="792041" y="2637923"/>
            <a:ext cx="3529341" cy="3508440"/>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282" name="Google Shape;282;p54"/>
          <p:cNvSpPr txBox="1"/>
          <p:nvPr>
            <p:ph type="title"/>
          </p:nvPr>
        </p:nvSpPr>
        <p:spPr>
          <a:xfrm>
            <a:off x="612647" y="709098"/>
            <a:ext cx="3696859" cy="1316347"/>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83" name="Google Shape;283;p54"/>
          <p:cNvPicPr preferRelativeResize="0"/>
          <p:nvPr>
            <p:ph idx="2" type="pic"/>
          </p:nvPr>
        </p:nvPicPr>
        <p:blipFill/>
        <p:spPr>
          <a:xfrm>
            <a:off x="725960" y="2295145"/>
            <a:ext cx="3436881" cy="3675841"/>
          </a:xfrm>
          <a:prstGeom prst="rect">
            <a:avLst/>
          </a:prstGeom>
          <a:blipFill rotWithShape="1">
            <a:blip r:embed="rId2">
              <a:alphaModFix amt="85000"/>
            </a:blip>
            <a:stretch>
              <a:fillRect b="0" l="0" r="0" t="0"/>
            </a:stretch>
          </a:blipFill>
          <a:ln cap="flat" cmpd="sng" w="25400">
            <a:solidFill>
              <a:schemeClr val="dk1"/>
            </a:solidFill>
            <a:prstDash val="solid"/>
            <a:round/>
            <a:headEnd len="sm" w="sm" type="none"/>
            <a:tailEnd len="sm" w="sm" type="none"/>
          </a:ln>
        </p:spPr>
      </p:pic>
      <p:sp>
        <p:nvSpPr>
          <p:cNvPr id="284" name="Google Shape;284;p54"/>
          <p:cNvSpPr txBox="1"/>
          <p:nvPr>
            <p:ph idx="1" type="body"/>
          </p:nvPr>
        </p:nvSpPr>
        <p:spPr>
          <a:xfrm>
            <a:off x="4933150" y="709098"/>
            <a:ext cx="6644488" cy="543980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 name="Google Shape;285;p54"/>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54"/>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54"/>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p:cSld name="Number Large">
    <p:bg>
      <p:bgPr>
        <a:solidFill>
          <a:schemeClr val="accent2"/>
        </a:solidFill>
      </p:bgPr>
    </p:bg>
    <p:spTree>
      <p:nvGrpSpPr>
        <p:cNvPr id="288" name="Shape 288"/>
        <p:cNvGrpSpPr/>
        <p:nvPr/>
      </p:nvGrpSpPr>
      <p:grpSpPr>
        <a:xfrm>
          <a:off x="0" y="0"/>
          <a:ext cx="0" cy="0"/>
          <a:chOff x="0" y="0"/>
          <a:chExt cx="0" cy="0"/>
        </a:xfrm>
      </p:grpSpPr>
      <p:grpSp>
        <p:nvGrpSpPr>
          <p:cNvPr id="289" name="Google Shape;289;p55"/>
          <p:cNvGrpSpPr/>
          <p:nvPr/>
        </p:nvGrpSpPr>
        <p:grpSpPr>
          <a:xfrm>
            <a:off x="452064" y="492893"/>
            <a:ext cx="11287872" cy="5876422"/>
            <a:chOff x="521208" y="647905"/>
            <a:chExt cx="11365969" cy="5565740"/>
          </a:xfrm>
        </p:grpSpPr>
        <p:sp>
          <p:nvSpPr>
            <p:cNvPr id="290" name="Google Shape;290;p55"/>
            <p:cNvSpPr/>
            <p:nvPr/>
          </p:nvSpPr>
          <p:spPr>
            <a:xfrm>
              <a:off x="725402" y="1009217"/>
              <a:ext cx="11161775" cy="5204428"/>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291" name="Google Shape;291;p55"/>
            <p:cNvSpPr/>
            <p:nvPr/>
          </p:nvSpPr>
          <p:spPr>
            <a:xfrm>
              <a:off x="521208" y="647905"/>
              <a:ext cx="11158238"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292" name="Google Shape;292;p55"/>
          <p:cNvSpPr txBox="1"/>
          <p:nvPr>
            <p:ph type="title"/>
          </p:nvPr>
        </p:nvSpPr>
        <p:spPr>
          <a:xfrm>
            <a:off x="1806646" y="4411825"/>
            <a:ext cx="8385556" cy="1500447"/>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Clr>
                <a:schemeClr val="dk1"/>
              </a:buClr>
              <a:buSzPts val="2400"/>
              <a:buFont typeface="Open Sans Light"/>
              <a:buNone/>
              <a:defRPr sz="2400" cap="none">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55"/>
          <p:cNvSpPr txBox="1"/>
          <p:nvPr>
            <p:ph idx="1" type="body"/>
          </p:nvPr>
        </p:nvSpPr>
        <p:spPr>
          <a:xfrm>
            <a:off x="708096" y="731564"/>
            <a:ext cx="10582656" cy="3680261"/>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3200"/>
              <a:buNone/>
              <a:defRPr sz="23200">
                <a:latin typeface="Century Gothic"/>
                <a:ea typeface="Century Gothic"/>
                <a:cs typeface="Century Gothic"/>
                <a:sym typeface="Century Gothic"/>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 name="Google Shape;294;p55"/>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5" name="Google Shape;295;p55"/>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6" name="Google Shape;296;p55"/>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2">
  <p:cSld name="Number Large 2">
    <p:bg>
      <p:bgPr>
        <a:solidFill>
          <a:schemeClr val="accent4"/>
        </a:solidFill>
      </p:bgPr>
    </p:bg>
    <p:spTree>
      <p:nvGrpSpPr>
        <p:cNvPr id="297" name="Shape 297"/>
        <p:cNvGrpSpPr/>
        <p:nvPr/>
      </p:nvGrpSpPr>
      <p:grpSpPr>
        <a:xfrm>
          <a:off x="0" y="0"/>
          <a:ext cx="0" cy="0"/>
          <a:chOff x="0" y="0"/>
          <a:chExt cx="0" cy="0"/>
        </a:xfrm>
      </p:grpSpPr>
      <p:grpSp>
        <p:nvGrpSpPr>
          <p:cNvPr id="298" name="Google Shape;298;p56"/>
          <p:cNvGrpSpPr/>
          <p:nvPr/>
        </p:nvGrpSpPr>
        <p:grpSpPr>
          <a:xfrm>
            <a:off x="452064" y="492893"/>
            <a:ext cx="11287872" cy="5876422"/>
            <a:chOff x="521208" y="647905"/>
            <a:chExt cx="11365969" cy="5565740"/>
          </a:xfrm>
        </p:grpSpPr>
        <p:sp>
          <p:nvSpPr>
            <p:cNvPr id="299" name="Google Shape;299;p56"/>
            <p:cNvSpPr/>
            <p:nvPr/>
          </p:nvSpPr>
          <p:spPr>
            <a:xfrm>
              <a:off x="725402" y="1009217"/>
              <a:ext cx="11161775" cy="5204428"/>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00" name="Google Shape;300;p56"/>
            <p:cNvSpPr/>
            <p:nvPr/>
          </p:nvSpPr>
          <p:spPr>
            <a:xfrm>
              <a:off x="521208" y="647905"/>
              <a:ext cx="11158238"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301" name="Google Shape;301;p56"/>
          <p:cNvSpPr txBox="1"/>
          <p:nvPr>
            <p:ph type="title"/>
          </p:nvPr>
        </p:nvSpPr>
        <p:spPr>
          <a:xfrm>
            <a:off x="1042666" y="4411825"/>
            <a:ext cx="8385556" cy="1500447"/>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1"/>
              </a:buClr>
              <a:buSzPts val="2400"/>
              <a:buFont typeface="Open Sans Light"/>
              <a:buNone/>
              <a:defRPr sz="2400" cap="none">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56"/>
          <p:cNvSpPr txBox="1"/>
          <p:nvPr>
            <p:ph idx="1" type="body"/>
          </p:nvPr>
        </p:nvSpPr>
        <p:spPr>
          <a:xfrm>
            <a:off x="1042666" y="731564"/>
            <a:ext cx="9918700" cy="3680261"/>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3200"/>
              <a:buNone/>
              <a:defRPr sz="23200">
                <a:latin typeface="Century Gothic"/>
                <a:ea typeface="Century Gothic"/>
                <a:cs typeface="Century Gothic"/>
                <a:sym typeface="Century Gothic"/>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 name="Google Shape;303;p56"/>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p56"/>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56"/>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3">
  <p:cSld name="Number Large 3">
    <p:bg>
      <p:bgPr>
        <a:solidFill>
          <a:schemeClr val="accent3"/>
        </a:solidFill>
      </p:bgPr>
    </p:bg>
    <p:spTree>
      <p:nvGrpSpPr>
        <p:cNvPr id="306" name="Shape 306"/>
        <p:cNvGrpSpPr/>
        <p:nvPr/>
      </p:nvGrpSpPr>
      <p:grpSpPr>
        <a:xfrm>
          <a:off x="0" y="0"/>
          <a:ext cx="0" cy="0"/>
          <a:chOff x="0" y="0"/>
          <a:chExt cx="0" cy="0"/>
        </a:xfrm>
      </p:grpSpPr>
      <p:grpSp>
        <p:nvGrpSpPr>
          <p:cNvPr id="307" name="Google Shape;307;p57"/>
          <p:cNvGrpSpPr/>
          <p:nvPr/>
        </p:nvGrpSpPr>
        <p:grpSpPr>
          <a:xfrm>
            <a:off x="452064" y="492893"/>
            <a:ext cx="11287872" cy="5876422"/>
            <a:chOff x="521208" y="647905"/>
            <a:chExt cx="11365969" cy="5565740"/>
          </a:xfrm>
        </p:grpSpPr>
        <p:sp>
          <p:nvSpPr>
            <p:cNvPr id="308" name="Google Shape;308;p57"/>
            <p:cNvSpPr/>
            <p:nvPr/>
          </p:nvSpPr>
          <p:spPr>
            <a:xfrm>
              <a:off x="725402" y="1009217"/>
              <a:ext cx="11161775" cy="5204428"/>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09" name="Google Shape;309;p57"/>
            <p:cNvSpPr/>
            <p:nvPr/>
          </p:nvSpPr>
          <p:spPr>
            <a:xfrm>
              <a:off x="521208" y="647905"/>
              <a:ext cx="11158238"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310" name="Google Shape;310;p57"/>
          <p:cNvSpPr txBox="1"/>
          <p:nvPr>
            <p:ph type="title"/>
          </p:nvPr>
        </p:nvSpPr>
        <p:spPr>
          <a:xfrm>
            <a:off x="1806646" y="4411825"/>
            <a:ext cx="8385556" cy="1500447"/>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Clr>
                <a:schemeClr val="dk1"/>
              </a:buClr>
              <a:buSzPts val="2400"/>
              <a:buFont typeface="Open Sans Light"/>
              <a:buNone/>
              <a:defRPr sz="2400" cap="none">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1" name="Google Shape;311;p57"/>
          <p:cNvSpPr txBox="1"/>
          <p:nvPr>
            <p:ph idx="1" type="body"/>
          </p:nvPr>
        </p:nvSpPr>
        <p:spPr>
          <a:xfrm>
            <a:off x="708096" y="731564"/>
            <a:ext cx="10582656" cy="3680261"/>
          </a:xfrm>
          <a:prstGeom prst="rect">
            <a:avLst/>
          </a:prstGeom>
          <a:noFill/>
          <a:ln>
            <a:noFill/>
          </a:ln>
        </p:spPr>
        <p:txBody>
          <a:bodyPr anchorCtr="0" anchor="b"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3200"/>
              <a:buNone/>
              <a:defRPr sz="23200">
                <a:latin typeface="Century Gothic"/>
                <a:ea typeface="Century Gothic"/>
                <a:cs typeface="Century Gothic"/>
                <a:sym typeface="Century Gothic"/>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 name="Google Shape;312;p57"/>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3" name="Google Shape;313;p57"/>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4" name="Google Shape;314;p57"/>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Statement">
    <p:bg>
      <p:bgPr>
        <a:solidFill>
          <a:schemeClr val="accent3"/>
        </a:solidFill>
      </p:bgPr>
    </p:bg>
    <p:spTree>
      <p:nvGrpSpPr>
        <p:cNvPr id="315" name="Shape 315"/>
        <p:cNvGrpSpPr/>
        <p:nvPr/>
      </p:nvGrpSpPr>
      <p:grpSpPr>
        <a:xfrm>
          <a:off x="0" y="0"/>
          <a:ext cx="0" cy="0"/>
          <a:chOff x="0" y="0"/>
          <a:chExt cx="0" cy="0"/>
        </a:xfrm>
      </p:grpSpPr>
      <p:sp>
        <p:nvSpPr>
          <p:cNvPr id="316" name="Google Shape;316;p58"/>
          <p:cNvSpPr/>
          <p:nvPr/>
        </p:nvSpPr>
        <p:spPr>
          <a:xfrm>
            <a:off x="1062566" y="1161412"/>
            <a:ext cx="10221119" cy="4831742"/>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17" name="Google Shape;317;p58"/>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18" name="Google Shape;318;p58"/>
          <p:cNvSpPr txBox="1"/>
          <p:nvPr>
            <p:ph type="title"/>
          </p:nvPr>
        </p:nvSpPr>
        <p:spPr>
          <a:xfrm>
            <a:off x="612648" y="-1133856"/>
            <a:ext cx="10652760" cy="914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9" name="Google Shape;319;p58"/>
          <p:cNvSpPr txBox="1"/>
          <p:nvPr>
            <p:ph idx="1" type="body"/>
          </p:nvPr>
        </p:nvSpPr>
        <p:spPr>
          <a:xfrm>
            <a:off x="1319927" y="1322671"/>
            <a:ext cx="9298005" cy="3907858"/>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6000"/>
              <a:buNone/>
              <a:defRPr b="1" sz="6000" cap="none"/>
            </a:lvl1pPr>
            <a:lvl2pPr indent="-228600" lvl="1" marL="914400" algn="ctr">
              <a:lnSpc>
                <a:spcPct val="90000"/>
              </a:lnSpc>
              <a:spcBef>
                <a:spcPts val="500"/>
              </a:spcBef>
              <a:spcAft>
                <a:spcPts val="0"/>
              </a:spcAft>
              <a:buClr>
                <a:schemeClr val="dk1"/>
              </a:buClr>
              <a:buSzPts val="5400"/>
              <a:buNone/>
              <a:defRPr b="1" sz="5400"/>
            </a:lvl2pPr>
            <a:lvl3pPr indent="-228600" lvl="2" marL="1371600" algn="ctr">
              <a:lnSpc>
                <a:spcPct val="90000"/>
              </a:lnSpc>
              <a:spcBef>
                <a:spcPts val="500"/>
              </a:spcBef>
              <a:spcAft>
                <a:spcPts val="0"/>
              </a:spcAft>
              <a:buClr>
                <a:schemeClr val="dk1"/>
              </a:buClr>
              <a:buSzPts val="4800"/>
              <a:buNone/>
              <a:defRPr b="1" sz="4800"/>
            </a:lvl3pPr>
            <a:lvl4pPr indent="-228600" lvl="3" marL="1828800" algn="ctr">
              <a:lnSpc>
                <a:spcPct val="90000"/>
              </a:lnSpc>
              <a:spcBef>
                <a:spcPts val="500"/>
              </a:spcBef>
              <a:spcAft>
                <a:spcPts val="0"/>
              </a:spcAft>
              <a:buClr>
                <a:schemeClr val="dk1"/>
              </a:buClr>
              <a:buSzPts val="4400"/>
              <a:buNone/>
              <a:defRPr b="1" sz="4400"/>
            </a:lvl4pPr>
            <a:lvl5pPr indent="-228600" lvl="4" marL="2286000" algn="ctr">
              <a:lnSpc>
                <a:spcPct val="90000"/>
              </a:lnSpc>
              <a:spcBef>
                <a:spcPts val="500"/>
              </a:spcBef>
              <a:spcAft>
                <a:spcPts val="0"/>
              </a:spcAft>
              <a:buClr>
                <a:schemeClr val="dk1"/>
              </a:buClr>
              <a:buSzPts val="4000"/>
              <a:buNone/>
              <a:defRPr b="1" sz="4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 name="Google Shape;320;p58"/>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1" name="Google Shape;321;p58"/>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2" name="Google Shape;322;p58"/>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Statement 2">
    <p:bg>
      <p:bgPr>
        <a:solidFill>
          <a:schemeClr val="accent2"/>
        </a:solidFill>
      </p:bgPr>
    </p:bg>
    <p:spTree>
      <p:nvGrpSpPr>
        <p:cNvPr id="323" name="Shape 323"/>
        <p:cNvGrpSpPr/>
        <p:nvPr/>
      </p:nvGrpSpPr>
      <p:grpSpPr>
        <a:xfrm>
          <a:off x="0" y="0"/>
          <a:ext cx="0" cy="0"/>
          <a:chOff x="0" y="0"/>
          <a:chExt cx="0" cy="0"/>
        </a:xfrm>
      </p:grpSpPr>
      <p:sp>
        <p:nvSpPr>
          <p:cNvPr id="324" name="Google Shape;324;p59"/>
          <p:cNvSpPr/>
          <p:nvPr/>
        </p:nvSpPr>
        <p:spPr>
          <a:xfrm>
            <a:off x="1062566" y="1161412"/>
            <a:ext cx="10221119" cy="4831742"/>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25" name="Google Shape;325;p59"/>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26" name="Google Shape;326;p59"/>
          <p:cNvSpPr txBox="1"/>
          <p:nvPr>
            <p:ph type="title"/>
          </p:nvPr>
        </p:nvSpPr>
        <p:spPr>
          <a:xfrm>
            <a:off x="612648" y="-1133856"/>
            <a:ext cx="10652760" cy="914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7" name="Google Shape;327;p59"/>
          <p:cNvSpPr txBox="1"/>
          <p:nvPr>
            <p:ph idx="1" type="body"/>
          </p:nvPr>
        </p:nvSpPr>
        <p:spPr>
          <a:xfrm>
            <a:off x="1319927" y="1322104"/>
            <a:ext cx="9297987" cy="3908425"/>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000"/>
              </a:spcBef>
              <a:spcAft>
                <a:spcPts val="0"/>
              </a:spcAft>
              <a:buClr>
                <a:schemeClr val="dk1"/>
              </a:buClr>
              <a:buSzPts val="6000"/>
              <a:buNone/>
              <a:defRPr b="1" sz="6000" cap="none"/>
            </a:lvl1pPr>
            <a:lvl2pPr indent="-228600" lvl="1" marL="914400" algn="l">
              <a:lnSpc>
                <a:spcPct val="90000"/>
              </a:lnSpc>
              <a:spcBef>
                <a:spcPts val="500"/>
              </a:spcBef>
              <a:spcAft>
                <a:spcPts val="0"/>
              </a:spcAft>
              <a:buClr>
                <a:schemeClr val="dk1"/>
              </a:buClr>
              <a:buSzPts val="5400"/>
              <a:buNone/>
              <a:defRPr sz="5400"/>
            </a:lvl2pPr>
            <a:lvl3pPr indent="-228600" lvl="2" marL="1371600" algn="l">
              <a:lnSpc>
                <a:spcPct val="90000"/>
              </a:lnSpc>
              <a:spcBef>
                <a:spcPts val="500"/>
              </a:spcBef>
              <a:spcAft>
                <a:spcPts val="0"/>
              </a:spcAft>
              <a:buClr>
                <a:schemeClr val="dk1"/>
              </a:buClr>
              <a:buSzPts val="4800"/>
              <a:buNone/>
              <a:defRPr sz="4800"/>
            </a:lvl3pPr>
            <a:lvl4pPr indent="-228600" lvl="3" marL="1828800" algn="l">
              <a:lnSpc>
                <a:spcPct val="90000"/>
              </a:lnSpc>
              <a:spcBef>
                <a:spcPts val="500"/>
              </a:spcBef>
              <a:spcAft>
                <a:spcPts val="0"/>
              </a:spcAft>
              <a:buClr>
                <a:schemeClr val="dk1"/>
              </a:buClr>
              <a:buSzPts val="4400"/>
              <a:buNone/>
              <a:defRPr sz="4400"/>
            </a:lvl4pPr>
            <a:lvl5pPr indent="-228600" lvl="4" marL="2286000" algn="l">
              <a:lnSpc>
                <a:spcPct val="90000"/>
              </a:lnSpc>
              <a:spcBef>
                <a:spcPts val="500"/>
              </a:spcBef>
              <a:spcAft>
                <a:spcPts val="0"/>
              </a:spcAft>
              <a:buClr>
                <a:schemeClr val="dk1"/>
              </a:buClr>
              <a:buSzPts val="4000"/>
              <a:buNone/>
              <a:defRPr sz="4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8" name="Google Shape;328;p59"/>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9" name="Google Shape;329;p59"/>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0" name="Google Shape;330;p59"/>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Statement 3">
    <p:bg>
      <p:bgPr>
        <a:solidFill>
          <a:schemeClr val="accent4"/>
        </a:solidFill>
      </p:bgPr>
    </p:bg>
    <p:spTree>
      <p:nvGrpSpPr>
        <p:cNvPr id="331" name="Shape 331"/>
        <p:cNvGrpSpPr/>
        <p:nvPr/>
      </p:nvGrpSpPr>
      <p:grpSpPr>
        <a:xfrm>
          <a:off x="0" y="0"/>
          <a:ext cx="0" cy="0"/>
          <a:chOff x="0" y="0"/>
          <a:chExt cx="0" cy="0"/>
        </a:xfrm>
      </p:grpSpPr>
      <p:grpSp>
        <p:nvGrpSpPr>
          <p:cNvPr id="332" name="Google Shape;332;p60"/>
          <p:cNvGrpSpPr/>
          <p:nvPr/>
        </p:nvGrpSpPr>
        <p:grpSpPr>
          <a:xfrm>
            <a:off x="452064" y="492893"/>
            <a:ext cx="11287872" cy="5876422"/>
            <a:chOff x="521208" y="647905"/>
            <a:chExt cx="11365969" cy="5565740"/>
          </a:xfrm>
        </p:grpSpPr>
        <p:sp>
          <p:nvSpPr>
            <p:cNvPr id="333" name="Google Shape;333;p60"/>
            <p:cNvSpPr/>
            <p:nvPr/>
          </p:nvSpPr>
          <p:spPr>
            <a:xfrm>
              <a:off x="725402" y="1009217"/>
              <a:ext cx="11161775" cy="5204428"/>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34" name="Google Shape;334;p60"/>
            <p:cNvSpPr/>
            <p:nvPr/>
          </p:nvSpPr>
          <p:spPr>
            <a:xfrm>
              <a:off x="521208" y="647905"/>
              <a:ext cx="11158238"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335" name="Google Shape;335;p60"/>
          <p:cNvSpPr txBox="1"/>
          <p:nvPr>
            <p:ph type="title"/>
          </p:nvPr>
        </p:nvSpPr>
        <p:spPr>
          <a:xfrm>
            <a:off x="612648" y="-1133856"/>
            <a:ext cx="10652760" cy="9144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6" name="Google Shape;336;p60"/>
          <p:cNvSpPr txBox="1"/>
          <p:nvPr>
            <p:ph idx="1" type="body"/>
          </p:nvPr>
        </p:nvSpPr>
        <p:spPr>
          <a:xfrm>
            <a:off x="811593" y="844209"/>
            <a:ext cx="10362510" cy="49681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6000"/>
              <a:buNone/>
              <a:defRPr b="1" sz="6000" cap="none"/>
            </a:lvl1pPr>
            <a:lvl2pPr indent="-228600" lvl="1" marL="914400" algn="ctr">
              <a:lnSpc>
                <a:spcPct val="90000"/>
              </a:lnSpc>
              <a:spcBef>
                <a:spcPts val="500"/>
              </a:spcBef>
              <a:spcAft>
                <a:spcPts val="0"/>
              </a:spcAft>
              <a:buClr>
                <a:schemeClr val="dk1"/>
              </a:buClr>
              <a:buSzPts val="5400"/>
              <a:buNone/>
              <a:defRPr b="1" sz="5400"/>
            </a:lvl2pPr>
            <a:lvl3pPr indent="-228600" lvl="2" marL="1371600" algn="ctr">
              <a:lnSpc>
                <a:spcPct val="90000"/>
              </a:lnSpc>
              <a:spcBef>
                <a:spcPts val="500"/>
              </a:spcBef>
              <a:spcAft>
                <a:spcPts val="0"/>
              </a:spcAft>
              <a:buClr>
                <a:schemeClr val="dk1"/>
              </a:buClr>
              <a:buSzPts val="4800"/>
              <a:buNone/>
              <a:defRPr b="1" sz="4800"/>
            </a:lvl3pPr>
            <a:lvl4pPr indent="-228600" lvl="3" marL="1828800" algn="ctr">
              <a:lnSpc>
                <a:spcPct val="90000"/>
              </a:lnSpc>
              <a:spcBef>
                <a:spcPts val="500"/>
              </a:spcBef>
              <a:spcAft>
                <a:spcPts val="0"/>
              </a:spcAft>
              <a:buClr>
                <a:schemeClr val="dk1"/>
              </a:buClr>
              <a:buSzPts val="4400"/>
              <a:buNone/>
              <a:defRPr b="1" sz="4400"/>
            </a:lvl4pPr>
            <a:lvl5pPr indent="-228600" lvl="4" marL="2286000" algn="ctr">
              <a:lnSpc>
                <a:spcPct val="90000"/>
              </a:lnSpc>
              <a:spcBef>
                <a:spcPts val="500"/>
              </a:spcBef>
              <a:spcAft>
                <a:spcPts val="0"/>
              </a:spcAft>
              <a:buClr>
                <a:schemeClr val="dk1"/>
              </a:buClr>
              <a:buSzPts val="4000"/>
              <a:buNone/>
              <a:defRPr b="1" sz="4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7" name="Google Shape;337;p60"/>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8" name="Google Shape;338;p60"/>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9" name="Google Shape;339;p60"/>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bg>
      <p:bgPr>
        <a:solidFill>
          <a:schemeClr val="accent4"/>
        </a:solidFill>
      </p:bgPr>
    </p:bg>
    <p:spTree>
      <p:nvGrpSpPr>
        <p:cNvPr id="340" name="Shape 340"/>
        <p:cNvGrpSpPr/>
        <p:nvPr/>
      </p:nvGrpSpPr>
      <p:grpSpPr>
        <a:xfrm>
          <a:off x="0" y="0"/>
          <a:ext cx="0" cy="0"/>
          <a:chOff x="0" y="0"/>
          <a:chExt cx="0" cy="0"/>
        </a:xfrm>
      </p:grpSpPr>
      <p:sp>
        <p:nvSpPr>
          <p:cNvPr id="341" name="Google Shape;341;p61"/>
          <p:cNvSpPr/>
          <p:nvPr/>
        </p:nvSpPr>
        <p:spPr>
          <a:xfrm>
            <a:off x="680973" y="1199512"/>
            <a:ext cx="11058961" cy="4831742"/>
          </a:xfrm>
          <a:prstGeom prst="rect">
            <a:avLst/>
          </a:prstGeom>
          <a:solidFill>
            <a:schemeClr val="dk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rgbClr val="FAF3DF"/>
              </a:solidFill>
              <a:latin typeface="Karla"/>
              <a:ea typeface="Karla"/>
              <a:cs typeface="Karla"/>
              <a:sym typeface="Karla"/>
            </a:endParaRPr>
          </a:p>
        </p:txBody>
      </p:sp>
      <p:sp>
        <p:nvSpPr>
          <p:cNvPr id="342" name="Google Shape;342;p61"/>
          <p:cNvSpPr/>
          <p:nvPr/>
        </p:nvSpPr>
        <p:spPr>
          <a:xfrm>
            <a:off x="452064" y="838200"/>
            <a:ext cx="11058961"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43" name="Google Shape;343;p61"/>
          <p:cNvSpPr txBox="1"/>
          <p:nvPr>
            <p:ph type="title"/>
          </p:nvPr>
        </p:nvSpPr>
        <p:spPr>
          <a:xfrm>
            <a:off x="1263157" y="4171150"/>
            <a:ext cx="9427773" cy="466344"/>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chemeClr val="dk1"/>
              </a:buClr>
              <a:buSzPts val="2200"/>
              <a:buFont typeface="Open Sans Light"/>
              <a:buNone/>
              <a:defRPr b="1" sz="2200" cap="none">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4" name="Google Shape;344;p61"/>
          <p:cNvSpPr txBox="1"/>
          <p:nvPr>
            <p:ph idx="1" type="body"/>
          </p:nvPr>
        </p:nvSpPr>
        <p:spPr>
          <a:xfrm>
            <a:off x="1050623" y="1475874"/>
            <a:ext cx="9852843" cy="2393479"/>
          </a:xfrm>
          <a:prstGeom prst="rect">
            <a:avLst/>
          </a:prstGeom>
          <a:noFill/>
          <a:ln>
            <a:noFill/>
          </a:ln>
        </p:spPr>
        <p:txBody>
          <a:bodyPr anchorCtr="0" anchor="b" bIns="45700" lIns="91425" spcFirstLastPara="1" rIns="91425" wrap="square" tIns="45700">
            <a:normAutofit/>
          </a:bodyPr>
          <a:lstStyle>
            <a:lvl1pPr indent="-228600" lvl="0" marL="457200" algn="ctr">
              <a:lnSpc>
                <a:spcPct val="120000"/>
              </a:lnSpc>
              <a:spcBef>
                <a:spcPts val="1000"/>
              </a:spcBef>
              <a:spcAft>
                <a:spcPts val="0"/>
              </a:spcAft>
              <a:buClr>
                <a:schemeClr val="dk1"/>
              </a:buClr>
              <a:buSzPts val="4000"/>
              <a:buNone/>
              <a:defRPr sz="4000">
                <a:latin typeface="Century Gothic"/>
                <a:ea typeface="Century Gothic"/>
                <a:cs typeface="Century Gothic"/>
                <a:sym typeface="Century Gothic"/>
              </a:defRPr>
            </a:lvl1pPr>
            <a:lvl2pPr indent="-228600" lvl="1" marL="914400" algn="l">
              <a:lnSpc>
                <a:spcPct val="120000"/>
              </a:lnSpc>
              <a:spcBef>
                <a:spcPts val="500"/>
              </a:spcBef>
              <a:spcAft>
                <a:spcPts val="0"/>
              </a:spcAft>
              <a:buClr>
                <a:schemeClr val="dk1"/>
              </a:buClr>
              <a:buSzPts val="16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5" name="Google Shape;345;p61"/>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6" name="Google Shape;346;p61"/>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7" name="Google Shape;347;p61"/>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Quote 2">
    <p:bg>
      <p:bgPr>
        <a:solidFill>
          <a:schemeClr val="accent3"/>
        </a:solidFill>
      </p:bgPr>
    </p:bg>
    <p:spTree>
      <p:nvGrpSpPr>
        <p:cNvPr id="348" name="Shape 348"/>
        <p:cNvGrpSpPr/>
        <p:nvPr/>
      </p:nvGrpSpPr>
      <p:grpSpPr>
        <a:xfrm>
          <a:off x="0" y="0"/>
          <a:ext cx="0" cy="0"/>
          <a:chOff x="0" y="0"/>
          <a:chExt cx="0" cy="0"/>
        </a:xfrm>
      </p:grpSpPr>
      <p:sp>
        <p:nvSpPr>
          <p:cNvPr id="349" name="Google Shape;349;p62"/>
          <p:cNvSpPr/>
          <p:nvPr/>
        </p:nvSpPr>
        <p:spPr>
          <a:xfrm>
            <a:off x="680973" y="1199512"/>
            <a:ext cx="11058961" cy="4831742"/>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rgbClr val="FAF3DF"/>
              </a:solidFill>
              <a:latin typeface="Karla"/>
              <a:ea typeface="Karla"/>
              <a:cs typeface="Karla"/>
              <a:sym typeface="Karla"/>
            </a:endParaRPr>
          </a:p>
        </p:txBody>
      </p:sp>
      <p:sp>
        <p:nvSpPr>
          <p:cNvPr id="350" name="Google Shape;350;p62"/>
          <p:cNvSpPr/>
          <p:nvPr/>
        </p:nvSpPr>
        <p:spPr>
          <a:xfrm>
            <a:off x="452064" y="838200"/>
            <a:ext cx="11058961"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51" name="Google Shape;351;p62"/>
          <p:cNvSpPr txBox="1"/>
          <p:nvPr>
            <p:ph type="title"/>
          </p:nvPr>
        </p:nvSpPr>
        <p:spPr>
          <a:xfrm>
            <a:off x="800100" y="4935583"/>
            <a:ext cx="9427773" cy="466344"/>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chemeClr val="dk1"/>
              </a:buClr>
              <a:buSzPts val="2200"/>
              <a:buFont typeface="Open Sans Light"/>
              <a:buNone/>
              <a:defRPr b="1" sz="2200" cap="none">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2" name="Google Shape;352;p62"/>
          <p:cNvSpPr txBox="1"/>
          <p:nvPr>
            <p:ph idx="1" type="body"/>
          </p:nvPr>
        </p:nvSpPr>
        <p:spPr>
          <a:xfrm>
            <a:off x="800100" y="1365758"/>
            <a:ext cx="9898063" cy="3308350"/>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4000"/>
              <a:buNone/>
              <a:defRPr sz="4000">
                <a:latin typeface="Century Gothic"/>
                <a:ea typeface="Century Gothic"/>
                <a:cs typeface="Century Gothic"/>
                <a:sym typeface="Century Gothic"/>
              </a:defRPr>
            </a:lvl1pPr>
            <a:lvl2pPr indent="-228600" lvl="1" marL="914400" algn="l">
              <a:lnSpc>
                <a:spcPct val="120000"/>
              </a:lnSpc>
              <a:spcBef>
                <a:spcPts val="500"/>
              </a:spcBef>
              <a:spcAft>
                <a:spcPts val="0"/>
              </a:spcAft>
              <a:buClr>
                <a:schemeClr val="dk1"/>
              </a:buClr>
              <a:buSzPts val="16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3" name="Google Shape;353;p62"/>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4" name="Google Shape;354;p62"/>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5" name="Google Shape;355;p62"/>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Quote 3">
    <p:bg>
      <p:bgPr>
        <a:solidFill>
          <a:schemeClr val="accent2"/>
        </a:solidFill>
      </p:bgPr>
    </p:bg>
    <p:spTree>
      <p:nvGrpSpPr>
        <p:cNvPr id="356" name="Shape 356"/>
        <p:cNvGrpSpPr/>
        <p:nvPr/>
      </p:nvGrpSpPr>
      <p:grpSpPr>
        <a:xfrm>
          <a:off x="0" y="0"/>
          <a:ext cx="0" cy="0"/>
          <a:chOff x="0" y="0"/>
          <a:chExt cx="0" cy="0"/>
        </a:xfrm>
      </p:grpSpPr>
      <p:sp>
        <p:nvSpPr>
          <p:cNvPr id="357" name="Google Shape;357;p63"/>
          <p:cNvSpPr/>
          <p:nvPr/>
        </p:nvSpPr>
        <p:spPr>
          <a:xfrm>
            <a:off x="1062566" y="1161412"/>
            <a:ext cx="10221119" cy="4831742"/>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58" name="Google Shape;358;p63"/>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59" name="Google Shape;359;p63"/>
          <p:cNvSpPr txBox="1"/>
          <p:nvPr>
            <p:ph type="title"/>
          </p:nvPr>
        </p:nvSpPr>
        <p:spPr>
          <a:xfrm>
            <a:off x="1236585" y="4526280"/>
            <a:ext cx="9108208" cy="466344"/>
          </a:xfrm>
          <a:prstGeom prst="rect">
            <a:avLst/>
          </a:prstGeom>
          <a:noFill/>
          <a:ln>
            <a:noFill/>
          </a:ln>
        </p:spPr>
        <p:txBody>
          <a:bodyPr anchorCtr="0" anchor="ctr" bIns="45700" lIns="91425" spcFirstLastPara="1" rIns="91425" wrap="square" tIns="45700">
            <a:normAutofit/>
          </a:bodyPr>
          <a:lstStyle>
            <a:lvl1pPr lvl="0" algn="l">
              <a:lnSpc>
                <a:spcPct val="120000"/>
              </a:lnSpc>
              <a:spcBef>
                <a:spcPts val="0"/>
              </a:spcBef>
              <a:spcAft>
                <a:spcPts val="0"/>
              </a:spcAft>
              <a:buClr>
                <a:schemeClr val="dk1"/>
              </a:buClr>
              <a:buSzPts val="2200"/>
              <a:buFont typeface="Open Sans Light"/>
              <a:buNone/>
              <a:defRPr b="1" sz="2200" cap="none">
                <a:latin typeface="Open Sans Light"/>
                <a:ea typeface="Open Sans Light"/>
                <a:cs typeface="Open Sans Light"/>
                <a:sym typeface="Open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0" name="Google Shape;360;p63"/>
          <p:cNvSpPr txBox="1"/>
          <p:nvPr>
            <p:ph idx="1" type="body"/>
          </p:nvPr>
        </p:nvSpPr>
        <p:spPr>
          <a:xfrm>
            <a:off x="1236585" y="1527048"/>
            <a:ext cx="9108208" cy="27042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4400"/>
              <a:buNone/>
              <a:defRPr sz="4400">
                <a:latin typeface="Century Gothic"/>
                <a:ea typeface="Century Gothic"/>
                <a:cs typeface="Century Gothic"/>
                <a:sym typeface="Century Gothic"/>
              </a:defRPr>
            </a:lvl1pPr>
            <a:lvl2pPr indent="-228600" lvl="1" marL="914400" algn="l">
              <a:lnSpc>
                <a:spcPct val="120000"/>
              </a:lnSpc>
              <a:spcBef>
                <a:spcPts val="500"/>
              </a:spcBef>
              <a:spcAft>
                <a:spcPts val="0"/>
              </a:spcAft>
              <a:buClr>
                <a:schemeClr val="dk1"/>
              </a:buClr>
              <a:buSzPts val="1600"/>
              <a:buNone/>
              <a:defRPr/>
            </a:lvl2pPr>
            <a:lvl3pPr indent="-228600" lvl="2" marL="1371600" algn="l">
              <a:lnSpc>
                <a:spcPct val="120000"/>
              </a:lnSpc>
              <a:spcBef>
                <a:spcPts val="500"/>
              </a:spcBef>
              <a:spcAft>
                <a:spcPts val="0"/>
              </a:spcAft>
              <a:buClr>
                <a:schemeClr val="dk1"/>
              </a:buClr>
              <a:buSzPts val="1400"/>
              <a:buNone/>
              <a:defRPr/>
            </a:lvl3pPr>
            <a:lvl4pPr indent="-228600" lvl="3" marL="1828800" algn="l">
              <a:lnSpc>
                <a:spcPct val="120000"/>
              </a:lnSpc>
              <a:spcBef>
                <a:spcPts val="500"/>
              </a:spcBef>
              <a:spcAft>
                <a:spcPts val="0"/>
              </a:spcAft>
              <a:buClr>
                <a:schemeClr val="dk1"/>
              </a:buClr>
              <a:buSzPts val="1400"/>
              <a:buNone/>
              <a:defRPr/>
            </a:lvl4pPr>
            <a:lvl5pPr indent="-228600" lvl="4" marL="2286000" algn="l">
              <a:lnSpc>
                <a:spcPct val="120000"/>
              </a:lnSpc>
              <a:spcBef>
                <a:spcPts val="500"/>
              </a:spcBef>
              <a:spcAft>
                <a:spcPts val="0"/>
              </a:spcAft>
              <a:buClr>
                <a:schemeClr val="dk1"/>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1" name="Google Shape;361;p63"/>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2" name="Google Shape;362;p63"/>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3" name="Google Shape;363;p63"/>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64" name="Shape 364"/>
        <p:cNvGrpSpPr/>
        <p:nvPr/>
      </p:nvGrpSpPr>
      <p:grpSpPr>
        <a:xfrm>
          <a:off x="0" y="0"/>
          <a:ext cx="0" cy="0"/>
          <a:chOff x="0" y="0"/>
          <a:chExt cx="0" cy="0"/>
        </a:xfrm>
      </p:grpSpPr>
      <p:sp>
        <p:nvSpPr>
          <p:cNvPr id="365" name="Google Shape;365;p64"/>
          <p:cNvSpPr/>
          <p:nvPr/>
        </p:nvSpPr>
        <p:spPr>
          <a:xfrm>
            <a:off x="734919" y="2106081"/>
            <a:ext cx="5054248" cy="3987012"/>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66" name="Google Shape;366;p64"/>
          <p:cNvSpPr/>
          <p:nvPr/>
        </p:nvSpPr>
        <p:spPr>
          <a:xfrm>
            <a:off x="6525104" y="2090064"/>
            <a:ext cx="5054248" cy="3987012"/>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67" name="Google Shape;367;p64"/>
          <p:cNvSpPr txBox="1"/>
          <p:nvPr>
            <p:ph type="title"/>
          </p:nvPr>
        </p:nvSpPr>
        <p:spPr>
          <a:xfrm>
            <a:off x="612648" y="548640"/>
            <a:ext cx="10966704" cy="113225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8" name="Google Shape;368;p64"/>
          <p:cNvSpPr txBox="1"/>
          <p:nvPr>
            <p:ph idx="1" type="body"/>
          </p:nvPr>
        </p:nvSpPr>
        <p:spPr>
          <a:xfrm>
            <a:off x="612647" y="1956816"/>
            <a:ext cx="5049837" cy="398621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365750" spcFirstLastPara="1" rIns="365750" wrap="square" tIns="274300">
            <a:normAutofit/>
          </a:bodyPr>
          <a:lstStyle>
            <a:lvl1pPr indent="-228600" lvl="0" marL="457200" algn="l">
              <a:lnSpc>
                <a:spcPct val="120000"/>
              </a:lnSpc>
              <a:spcBef>
                <a:spcPts val="1000"/>
              </a:spcBef>
              <a:spcAft>
                <a:spcPts val="0"/>
              </a:spcAft>
              <a:buClr>
                <a:schemeClr val="dk1"/>
              </a:buClr>
              <a:buSzPts val="1800"/>
              <a:buNone/>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9" name="Google Shape;369;p64"/>
          <p:cNvSpPr txBox="1"/>
          <p:nvPr>
            <p:ph idx="2" type="body"/>
          </p:nvPr>
        </p:nvSpPr>
        <p:spPr>
          <a:xfrm>
            <a:off x="6402388" y="1941513"/>
            <a:ext cx="5049837" cy="398621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365750" spcFirstLastPara="1" rIns="365750" wrap="square" tIns="274300">
            <a:normAutofit/>
          </a:bodyPr>
          <a:lstStyle>
            <a:lvl1pPr indent="-228600" lvl="0" marL="457200" algn="l">
              <a:lnSpc>
                <a:spcPct val="120000"/>
              </a:lnSpc>
              <a:spcBef>
                <a:spcPts val="1000"/>
              </a:spcBef>
              <a:spcAft>
                <a:spcPts val="0"/>
              </a:spcAft>
              <a:buClr>
                <a:schemeClr val="dk1"/>
              </a:buClr>
              <a:buSzPts val="1800"/>
              <a:buNone/>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0" name="Google Shape;370;p64"/>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1" name="Google Shape;371;p64"/>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2" name="Google Shape;372;p64"/>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73" name="Shape 373"/>
        <p:cNvGrpSpPr/>
        <p:nvPr/>
      </p:nvGrpSpPr>
      <p:grpSpPr>
        <a:xfrm>
          <a:off x="0" y="0"/>
          <a:ext cx="0" cy="0"/>
          <a:chOff x="0" y="0"/>
          <a:chExt cx="0" cy="0"/>
        </a:xfrm>
      </p:grpSpPr>
      <p:sp>
        <p:nvSpPr>
          <p:cNvPr id="374" name="Google Shape;374;p65"/>
          <p:cNvSpPr/>
          <p:nvPr/>
        </p:nvSpPr>
        <p:spPr>
          <a:xfrm>
            <a:off x="734919" y="2106081"/>
            <a:ext cx="5054248" cy="3987012"/>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75" name="Google Shape;375;p65"/>
          <p:cNvSpPr/>
          <p:nvPr/>
        </p:nvSpPr>
        <p:spPr>
          <a:xfrm>
            <a:off x="609964" y="1964050"/>
            <a:ext cx="5054248" cy="3987012"/>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76" name="Google Shape;376;p65"/>
          <p:cNvSpPr/>
          <p:nvPr/>
        </p:nvSpPr>
        <p:spPr>
          <a:xfrm>
            <a:off x="6527790" y="2106081"/>
            <a:ext cx="5054248" cy="3987012"/>
          </a:xfrm>
          <a:prstGeom prst="rect">
            <a:avLst/>
          </a:prstGeom>
          <a:solidFill>
            <a:schemeClr val="accent3"/>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77" name="Google Shape;377;p65"/>
          <p:cNvSpPr/>
          <p:nvPr/>
        </p:nvSpPr>
        <p:spPr>
          <a:xfrm>
            <a:off x="6402835" y="1964050"/>
            <a:ext cx="5054248" cy="3987012"/>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78" name="Google Shape;378;p65"/>
          <p:cNvSpPr txBox="1"/>
          <p:nvPr>
            <p:ph type="title"/>
          </p:nvPr>
        </p:nvSpPr>
        <p:spPr>
          <a:xfrm>
            <a:off x="612648" y="548640"/>
            <a:ext cx="10966704" cy="113225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65"/>
          <p:cNvSpPr txBox="1"/>
          <p:nvPr>
            <p:ph idx="1" type="body"/>
          </p:nvPr>
        </p:nvSpPr>
        <p:spPr>
          <a:xfrm>
            <a:off x="923026" y="2140585"/>
            <a:ext cx="4433978" cy="57596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80" name="Google Shape;380;p65"/>
          <p:cNvSpPr txBox="1"/>
          <p:nvPr>
            <p:ph idx="2" type="body"/>
          </p:nvPr>
        </p:nvSpPr>
        <p:spPr>
          <a:xfrm>
            <a:off x="6715897" y="2140585"/>
            <a:ext cx="4433978" cy="57596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81" name="Google Shape;381;p65"/>
          <p:cNvSpPr txBox="1"/>
          <p:nvPr>
            <p:ph idx="3" type="body"/>
          </p:nvPr>
        </p:nvSpPr>
        <p:spPr>
          <a:xfrm>
            <a:off x="923026" y="2842450"/>
            <a:ext cx="4433978" cy="289824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2" name="Google Shape;382;p65"/>
          <p:cNvSpPr txBox="1"/>
          <p:nvPr>
            <p:ph idx="4" type="body"/>
          </p:nvPr>
        </p:nvSpPr>
        <p:spPr>
          <a:xfrm>
            <a:off x="6715897" y="2842450"/>
            <a:ext cx="4433978" cy="289824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3" name="Google Shape;383;p65"/>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4" name="Google Shape;384;p65"/>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5" name="Google Shape;385;p65"/>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386" name="Shape 386"/>
        <p:cNvGrpSpPr/>
        <p:nvPr/>
      </p:nvGrpSpPr>
      <p:grpSpPr>
        <a:xfrm>
          <a:off x="0" y="0"/>
          <a:ext cx="0" cy="0"/>
          <a:chOff x="0" y="0"/>
          <a:chExt cx="0" cy="0"/>
        </a:xfrm>
      </p:grpSpPr>
      <p:sp>
        <p:nvSpPr>
          <p:cNvPr id="387" name="Google Shape;387;p66"/>
          <p:cNvSpPr txBox="1"/>
          <p:nvPr>
            <p:ph type="title"/>
          </p:nvPr>
        </p:nvSpPr>
        <p:spPr>
          <a:xfrm>
            <a:off x="612647" y="548640"/>
            <a:ext cx="10966705" cy="113225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8" name="Google Shape;388;p66"/>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66"/>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66"/>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bg>
      <p:bgPr>
        <a:solidFill>
          <a:schemeClr val="lt1"/>
        </a:solidFill>
      </p:bgPr>
    </p:bg>
    <p:spTree>
      <p:nvGrpSpPr>
        <p:cNvPr id="391" name="Shape 391"/>
        <p:cNvGrpSpPr/>
        <p:nvPr/>
      </p:nvGrpSpPr>
      <p:grpSpPr>
        <a:xfrm>
          <a:off x="0" y="0"/>
          <a:ext cx="0" cy="0"/>
          <a:chOff x="0" y="0"/>
          <a:chExt cx="0" cy="0"/>
        </a:xfrm>
      </p:grpSpPr>
      <p:grpSp>
        <p:nvGrpSpPr>
          <p:cNvPr id="392" name="Google Shape;392;p67"/>
          <p:cNvGrpSpPr/>
          <p:nvPr/>
        </p:nvGrpSpPr>
        <p:grpSpPr>
          <a:xfrm>
            <a:off x="452064" y="492893"/>
            <a:ext cx="11287872" cy="5876422"/>
            <a:chOff x="521208" y="647905"/>
            <a:chExt cx="11365969" cy="5565740"/>
          </a:xfrm>
        </p:grpSpPr>
        <p:sp>
          <p:nvSpPr>
            <p:cNvPr id="393" name="Google Shape;393;p67"/>
            <p:cNvSpPr/>
            <p:nvPr/>
          </p:nvSpPr>
          <p:spPr>
            <a:xfrm>
              <a:off x="725402" y="1009217"/>
              <a:ext cx="11161775" cy="5204428"/>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394" name="Google Shape;394;p67"/>
            <p:cNvSpPr/>
            <p:nvPr/>
          </p:nvSpPr>
          <p:spPr>
            <a:xfrm>
              <a:off x="521208" y="647905"/>
              <a:ext cx="11158238"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grpSp>
      <p:sp>
        <p:nvSpPr>
          <p:cNvPr id="395" name="Google Shape;395;p67"/>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6" name="Google Shape;396;p67"/>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7" name="Google Shape;397;p67"/>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solidFill>
          <a:schemeClr val="lt1"/>
        </a:solidFill>
      </p:bgPr>
    </p:bg>
    <p:spTree>
      <p:nvGrpSpPr>
        <p:cNvPr id="398" name="Shape 398"/>
        <p:cNvGrpSpPr/>
        <p:nvPr/>
      </p:nvGrpSpPr>
      <p:grpSpPr>
        <a:xfrm>
          <a:off x="0" y="0"/>
          <a:ext cx="0" cy="0"/>
          <a:chOff x="0" y="0"/>
          <a:chExt cx="0" cy="0"/>
        </a:xfrm>
      </p:grpSpPr>
      <p:sp>
        <p:nvSpPr>
          <p:cNvPr id="399" name="Google Shape;399;p68"/>
          <p:cNvSpPr txBox="1"/>
          <p:nvPr>
            <p:ph type="title"/>
          </p:nvPr>
        </p:nvSpPr>
        <p:spPr>
          <a:xfrm>
            <a:off x="597160" y="553616"/>
            <a:ext cx="3595634" cy="17575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0" name="Google Shape;400;p68"/>
          <p:cNvSpPr txBox="1"/>
          <p:nvPr>
            <p:ph idx="1" type="body"/>
          </p:nvPr>
        </p:nvSpPr>
        <p:spPr>
          <a:xfrm>
            <a:off x="5134708" y="553615"/>
            <a:ext cx="6440258" cy="5755109"/>
          </a:xfrm>
          <a:prstGeom prst="rect">
            <a:avLst/>
          </a:prstGeom>
          <a:noFill/>
          <a:ln>
            <a:noFill/>
          </a:ln>
        </p:spPr>
        <p:txBody>
          <a:bodyPr anchorCtr="0" anchor="t" bIns="45700" lIns="91425" spcFirstLastPara="1" rIns="91425" wrap="square" tIns="45700">
            <a:normAutofit/>
          </a:bodyPr>
          <a:lstStyle>
            <a:lvl1pPr indent="-406400" lvl="0" marL="457200" algn="l">
              <a:lnSpc>
                <a:spcPct val="120000"/>
              </a:lnSpc>
              <a:spcBef>
                <a:spcPts val="1000"/>
              </a:spcBef>
              <a:spcAft>
                <a:spcPts val="0"/>
              </a:spcAft>
              <a:buClr>
                <a:schemeClr val="dk1"/>
              </a:buClr>
              <a:buSzPts val="2800"/>
              <a:buChar char="•"/>
              <a:defRPr sz="2800"/>
            </a:lvl1pPr>
            <a:lvl2pPr indent="-381000" lvl="1" marL="914400" algn="l">
              <a:lnSpc>
                <a:spcPct val="120000"/>
              </a:lnSpc>
              <a:spcBef>
                <a:spcPts val="500"/>
              </a:spcBef>
              <a:spcAft>
                <a:spcPts val="0"/>
              </a:spcAft>
              <a:buClr>
                <a:schemeClr val="dk1"/>
              </a:buClr>
              <a:buSzPts val="2400"/>
              <a:buChar char="•"/>
              <a:defRPr sz="2400"/>
            </a:lvl2pPr>
            <a:lvl3pPr indent="-355600" lvl="2" marL="1371600" algn="l">
              <a:lnSpc>
                <a:spcPct val="120000"/>
              </a:lnSpc>
              <a:spcBef>
                <a:spcPts val="500"/>
              </a:spcBef>
              <a:spcAft>
                <a:spcPts val="0"/>
              </a:spcAft>
              <a:buClr>
                <a:schemeClr val="dk1"/>
              </a:buClr>
              <a:buSzPts val="2000"/>
              <a:buChar char="•"/>
              <a:defRPr sz="2000"/>
            </a:lvl3pPr>
            <a:lvl4pPr indent="-342900" lvl="3" marL="1828800" algn="l">
              <a:lnSpc>
                <a:spcPct val="120000"/>
              </a:lnSpc>
              <a:spcBef>
                <a:spcPts val="500"/>
              </a:spcBef>
              <a:spcAft>
                <a:spcPts val="0"/>
              </a:spcAft>
              <a:buClr>
                <a:schemeClr val="dk1"/>
              </a:buClr>
              <a:buSzPts val="1800"/>
              <a:buChar char="•"/>
              <a:defRPr sz="1800"/>
            </a:lvl4pPr>
            <a:lvl5pPr indent="-342900" lvl="4" marL="2286000" algn="l">
              <a:lnSpc>
                <a:spcPct val="120000"/>
              </a:lnSpc>
              <a:spcBef>
                <a:spcPts val="500"/>
              </a:spcBef>
              <a:spcAft>
                <a:spcPts val="0"/>
              </a:spcAft>
              <a:buClr>
                <a:schemeClr val="dk1"/>
              </a:buClr>
              <a:buSzPts val="1800"/>
              <a:buChar char="•"/>
              <a:defRPr sz="18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01" name="Google Shape;401;p68"/>
          <p:cNvSpPr txBox="1"/>
          <p:nvPr>
            <p:ph idx="2" type="body"/>
          </p:nvPr>
        </p:nvSpPr>
        <p:spPr>
          <a:xfrm>
            <a:off x="597160" y="2311121"/>
            <a:ext cx="3595634" cy="399326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02" name="Google Shape;402;p68"/>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3" name="Google Shape;403;p68"/>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4" name="Google Shape;404;p68"/>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5" name="Shape 405"/>
        <p:cNvGrpSpPr/>
        <p:nvPr/>
      </p:nvGrpSpPr>
      <p:grpSpPr>
        <a:xfrm>
          <a:off x="0" y="0"/>
          <a:ext cx="0" cy="0"/>
          <a:chOff x="0" y="0"/>
          <a:chExt cx="0" cy="0"/>
        </a:xfrm>
      </p:grpSpPr>
      <p:sp>
        <p:nvSpPr>
          <p:cNvPr id="406" name="Google Shape;406;p69"/>
          <p:cNvSpPr/>
          <p:nvPr/>
        </p:nvSpPr>
        <p:spPr>
          <a:xfrm>
            <a:off x="5134801" y="980808"/>
            <a:ext cx="6345319" cy="5190277"/>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407" name="Google Shape;407;p69"/>
          <p:cNvSpPr txBox="1"/>
          <p:nvPr>
            <p:ph type="title"/>
          </p:nvPr>
        </p:nvSpPr>
        <p:spPr>
          <a:xfrm>
            <a:off x="612648" y="557784"/>
            <a:ext cx="3595634" cy="176208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8" name="Google Shape;408;p69"/>
          <p:cNvSpPr txBox="1"/>
          <p:nvPr>
            <p:ph idx="1" type="body"/>
          </p:nvPr>
        </p:nvSpPr>
        <p:spPr>
          <a:xfrm>
            <a:off x="612648" y="2826137"/>
            <a:ext cx="3585586" cy="3434638"/>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409" name="Google Shape;409;p69"/>
          <p:cNvPicPr preferRelativeResize="0"/>
          <p:nvPr>
            <p:ph idx="2" type="pic"/>
          </p:nvPr>
        </p:nvPicPr>
        <p:blipFill/>
        <p:spPr>
          <a:xfrm>
            <a:off x="4976261" y="557784"/>
            <a:ext cx="6345319" cy="5437925"/>
          </a:xfrm>
          <a:prstGeom prst="rect">
            <a:avLst/>
          </a:prstGeom>
          <a:blipFill rotWithShape="1">
            <a:blip r:embed="rId2">
              <a:alphaModFix amt="70000"/>
            </a:blip>
            <a:stretch>
              <a:fillRect b="0" l="0" r="0" t="0"/>
            </a:stretch>
          </a:blipFill>
          <a:ln cap="flat" cmpd="sng" w="25400">
            <a:solidFill>
              <a:schemeClr val="dk1"/>
            </a:solidFill>
            <a:prstDash val="solid"/>
            <a:round/>
            <a:headEnd len="sm" w="sm" type="none"/>
            <a:tailEnd len="sm" w="sm" type="none"/>
          </a:ln>
        </p:spPr>
      </p:pic>
      <p:sp>
        <p:nvSpPr>
          <p:cNvPr id="410" name="Google Shape;410;p69"/>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1" name="Google Shape;411;p69"/>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2" name="Google Shape;412;p69"/>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chemeClr val="dk2"/>
        </a:solidFill>
      </p:bgPr>
    </p:bg>
    <p:spTree>
      <p:nvGrpSpPr>
        <p:cNvPr id="413" name="Shape 413"/>
        <p:cNvGrpSpPr/>
        <p:nvPr/>
      </p:nvGrpSpPr>
      <p:grpSpPr>
        <a:xfrm>
          <a:off x="0" y="0"/>
          <a:ext cx="0" cy="0"/>
          <a:chOff x="0" y="0"/>
          <a:chExt cx="0" cy="0"/>
        </a:xfrm>
      </p:grpSpPr>
      <p:grpSp>
        <p:nvGrpSpPr>
          <p:cNvPr id="414" name="Google Shape;414;p70"/>
          <p:cNvGrpSpPr/>
          <p:nvPr/>
        </p:nvGrpSpPr>
        <p:grpSpPr>
          <a:xfrm>
            <a:off x="452064" y="492893"/>
            <a:ext cx="11287872" cy="5876422"/>
            <a:chOff x="521208" y="647905"/>
            <a:chExt cx="11365969" cy="5565740"/>
          </a:xfrm>
        </p:grpSpPr>
        <p:sp>
          <p:nvSpPr>
            <p:cNvPr id="415" name="Google Shape;415;p70"/>
            <p:cNvSpPr/>
            <p:nvPr/>
          </p:nvSpPr>
          <p:spPr>
            <a:xfrm>
              <a:off x="725402" y="1009217"/>
              <a:ext cx="11161775" cy="5204428"/>
            </a:xfrm>
            <a:prstGeom prst="rect">
              <a:avLst/>
            </a:prstGeom>
            <a:solidFill>
              <a:schemeClr val="accent4"/>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Open Sans Light"/>
                <a:buNone/>
              </a:pPr>
              <a:r>
                <a:t/>
              </a:r>
              <a:endParaRPr b="0" i="0" sz="2400" u="none" cap="none" strike="noStrike">
                <a:solidFill>
                  <a:schemeClr val="lt1"/>
                </a:solidFill>
                <a:latin typeface="Karla"/>
                <a:ea typeface="Karla"/>
                <a:cs typeface="Karla"/>
                <a:sym typeface="Karla"/>
              </a:endParaRPr>
            </a:p>
          </p:txBody>
        </p:sp>
        <p:sp>
          <p:nvSpPr>
            <p:cNvPr id="416" name="Google Shape;416;p70"/>
            <p:cNvSpPr/>
            <p:nvPr/>
          </p:nvSpPr>
          <p:spPr>
            <a:xfrm>
              <a:off x="521208" y="647905"/>
              <a:ext cx="11158238"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Open Sans Light"/>
                <a:buNone/>
              </a:pPr>
              <a:r>
                <a:t/>
              </a:r>
              <a:endParaRPr b="0" i="0" sz="2400" u="none" cap="none" strike="noStrike">
                <a:solidFill>
                  <a:schemeClr val="lt1"/>
                </a:solidFill>
                <a:latin typeface="Karla"/>
                <a:ea typeface="Karla"/>
                <a:cs typeface="Karla"/>
                <a:sym typeface="Karla"/>
              </a:endParaRPr>
            </a:p>
          </p:txBody>
        </p:sp>
      </p:grpSp>
      <p:sp>
        <p:nvSpPr>
          <p:cNvPr id="417" name="Google Shape;417;p70"/>
          <p:cNvSpPr txBox="1"/>
          <p:nvPr>
            <p:ph type="title"/>
          </p:nvPr>
        </p:nvSpPr>
        <p:spPr>
          <a:xfrm>
            <a:off x="1051011" y="1571632"/>
            <a:ext cx="6905972" cy="113385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entury Gothic"/>
              <a:buNone/>
              <a:defRPr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70"/>
          <p:cNvSpPr txBox="1"/>
          <p:nvPr>
            <p:ph idx="1" type="body"/>
          </p:nvPr>
        </p:nvSpPr>
        <p:spPr>
          <a:xfrm>
            <a:off x="1072428" y="3198297"/>
            <a:ext cx="9844686" cy="241139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800"/>
              <a:buNone/>
              <a:defRPr>
                <a:solidFill>
                  <a:schemeClr val="dk1"/>
                </a:solidFill>
              </a:defRPr>
            </a:lvl1pPr>
            <a:lvl2pPr indent="-228600" lvl="1" marL="914400" algn="l">
              <a:lnSpc>
                <a:spcPct val="120000"/>
              </a:lnSpc>
              <a:spcBef>
                <a:spcPts val="500"/>
              </a:spcBef>
              <a:spcAft>
                <a:spcPts val="0"/>
              </a:spcAft>
              <a:buClr>
                <a:schemeClr val="dk1"/>
              </a:buClr>
              <a:buSzPts val="1600"/>
              <a:buNone/>
              <a:defRPr>
                <a:solidFill>
                  <a:schemeClr val="dk1"/>
                </a:solidFill>
              </a:defRPr>
            </a:lvl2pPr>
            <a:lvl3pPr indent="-228600" lvl="2" marL="1371600" algn="l">
              <a:lnSpc>
                <a:spcPct val="120000"/>
              </a:lnSpc>
              <a:spcBef>
                <a:spcPts val="500"/>
              </a:spcBef>
              <a:spcAft>
                <a:spcPts val="0"/>
              </a:spcAft>
              <a:buClr>
                <a:schemeClr val="dk1"/>
              </a:buClr>
              <a:buSzPts val="1400"/>
              <a:buNone/>
              <a:defRPr>
                <a:solidFill>
                  <a:schemeClr val="dk1"/>
                </a:solidFill>
              </a:defRPr>
            </a:lvl3pPr>
            <a:lvl4pPr indent="-228600" lvl="3" marL="1828800" algn="l">
              <a:lnSpc>
                <a:spcPct val="120000"/>
              </a:lnSpc>
              <a:spcBef>
                <a:spcPts val="500"/>
              </a:spcBef>
              <a:spcAft>
                <a:spcPts val="0"/>
              </a:spcAft>
              <a:buClr>
                <a:schemeClr val="dk1"/>
              </a:buClr>
              <a:buSzPts val="1400"/>
              <a:buNone/>
              <a:defRPr>
                <a:solidFill>
                  <a:schemeClr val="dk1"/>
                </a:solidFill>
              </a:defRPr>
            </a:lvl4pPr>
            <a:lvl5pPr indent="-228600" lvl="4" marL="2286000" algn="l">
              <a:lnSpc>
                <a:spcPct val="120000"/>
              </a:lnSpc>
              <a:spcBef>
                <a:spcPts val="500"/>
              </a:spcBef>
              <a:spcAft>
                <a:spcPts val="0"/>
              </a:spcAft>
              <a:buClr>
                <a:schemeClr val="dk1"/>
              </a:buClr>
              <a:buSzPts val="1400"/>
              <a:buNone/>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9" name="Google Shape;419;p70"/>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0" name="Google Shape;420;p70"/>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1" name="Google Shape;421;p70"/>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lt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lt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lt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lt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lt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lt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lt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lt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2">
  <p:cSld name="Conclusion 2">
    <p:bg>
      <p:bgPr>
        <a:solidFill>
          <a:schemeClr val="dk2"/>
        </a:solidFill>
      </p:bgPr>
    </p:bg>
    <p:spTree>
      <p:nvGrpSpPr>
        <p:cNvPr id="422" name="Shape 422"/>
        <p:cNvGrpSpPr/>
        <p:nvPr/>
      </p:nvGrpSpPr>
      <p:grpSpPr>
        <a:xfrm>
          <a:off x="0" y="0"/>
          <a:ext cx="0" cy="0"/>
          <a:chOff x="0" y="0"/>
          <a:chExt cx="0" cy="0"/>
        </a:xfrm>
      </p:grpSpPr>
      <p:grpSp>
        <p:nvGrpSpPr>
          <p:cNvPr id="423" name="Google Shape;423;p71"/>
          <p:cNvGrpSpPr/>
          <p:nvPr/>
        </p:nvGrpSpPr>
        <p:grpSpPr>
          <a:xfrm>
            <a:off x="1290931" y="492893"/>
            <a:ext cx="9610139" cy="5876422"/>
            <a:chOff x="521208" y="647905"/>
            <a:chExt cx="11365969" cy="5565740"/>
          </a:xfrm>
        </p:grpSpPr>
        <p:sp>
          <p:nvSpPr>
            <p:cNvPr id="424" name="Google Shape;424;p71"/>
            <p:cNvSpPr/>
            <p:nvPr/>
          </p:nvSpPr>
          <p:spPr>
            <a:xfrm>
              <a:off x="725402" y="1009217"/>
              <a:ext cx="11161775" cy="5204428"/>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Open Sans Light"/>
                <a:buNone/>
              </a:pPr>
              <a:r>
                <a:t/>
              </a:r>
              <a:endParaRPr b="0" i="0" sz="2400" u="none" cap="none" strike="noStrike">
                <a:solidFill>
                  <a:schemeClr val="lt1"/>
                </a:solidFill>
                <a:latin typeface="Karla"/>
                <a:ea typeface="Karla"/>
                <a:cs typeface="Karla"/>
                <a:sym typeface="Karla"/>
              </a:endParaRPr>
            </a:p>
          </p:txBody>
        </p:sp>
        <p:sp>
          <p:nvSpPr>
            <p:cNvPr id="425" name="Google Shape;425;p71"/>
            <p:cNvSpPr/>
            <p:nvPr/>
          </p:nvSpPr>
          <p:spPr>
            <a:xfrm>
              <a:off x="521208" y="647905"/>
              <a:ext cx="11158238" cy="5370984"/>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Open Sans Light"/>
                <a:buNone/>
              </a:pPr>
              <a:r>
                <a:t/>
              </a:r>
              <a:endParaRPr b="0" i="0" sz="2400" u="none" cap="none" strike="noStrike">
                <a:solidFill>
                  <a:schemeClr val="lt1"/>
                </a:solidFill>
                <a:latin typeface="Karla"/>
                <a:ea typeface="Karla"/>
                <a:cs typeface="Karla"/>
                <a:sym typeface="Karla"/>
              </a:endParaRPr>
            </a:p>
          </p:txBody>
        </p:sp>
      </p:grpSp>
      <p:sp>
        <p:nvSpPr>
          <p:cNvPr id="426" name="Google Shape;426;p71"/>
          <p:cNvSpPr txBox="1"/>
          <p:nvPr>
            <p:ph type="title"/>
          </p:nvPr>
        </p:nvSpPr>
        <p:spPr>
          <a:xfrm>
            <a:off x="1879548" y="1627318"/>
            <a:ext cx="8257213" cy="184202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7" name="Google Shape;427;p71"/>
          <p:cNvSpPr txBox="1"/>
          <p:nvPr>
            <p:ph idx="1" type="body"/>
          </p:nvPr>
        </p:nvSpPr>
        <p:spPr>
          <a:xfrm>
            <a:off x="1879669" y="3622674"/>
            <a:ext cx="8257087" cy="1279615"/>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dk1"/>
              </a:buClr>
              <a:buSzPts val="2400"/>
              <a:buNone/>
              <a:defRPr sz="2400"/>
            </a:lvl1pPr>
            <a:lvl2pPr indent="-228600" lvl="1" marL="914400" algn="l">
              <a:lnSpc>
                <a:spcPct val="120000"/>
              </a:lnSpc>
              <a:spcBef>
                <a:spcPts val="500"/>
              </a:spcBef>
              <a:spcAft>
                <a:spcPts val="0"/>
              </a:spcAft>
              <a:buClr>
                <a:schemeClr val="dk1"/>
              </a:buClr>
              <a:buSzPts val="2000"/>
              <a:buNone/>
              <a:defRPr sz="2000"/>
            </a:lvl2pPr>
            <a:lvl3pPr indent="-228600" lvl="2" marL="1371600" algn="l">
              <a:lnSpc>
                <a:spcPct val="120000"/>
              </a:lnSpc>
              <a:spcBef>
                <a:spcPts val="500"/>
              </a:spcBef>
              <a:spcAft>
                <a:spcPts val="0"/>
              </a:spcAft>
              <a:buClr>
                <a:schemeClr val="dk1"/>
              </a:buClr>
              <a:buSzPts val="1800"/>
              <a:buNone/>
              <a:defRPr sz="1800"/>
            </a:lvl3pPr>
            <a:lvl4pPr indent="-228600" lvl="3" marL="1828800" algn="l">
              <a:lnSpc>
                <a:spcPct val="120000"/>
              </a:lnSpc>
              <a:spcBef>
                <a:spcPts val="500"/>
              </a:spcBef>
              <a:spcAft>
                <a:spcPts val="0"/>
              </a:spcAft>
              <a:buClr>
                <a:schemeClr val="dk1"/>
              </a:buClr>
              <a:buSzPts val="1600"/>
              <a:buNone/>
              <a:defRPr sz="1600"/>
            </a:lvl4pPr>
            <a:lvl5pPr indent="-228600" lvl="4" marL="2286000" algn="l">
              <a:lnSpc>
                <a:spcPct val="12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8" name="Google Shape;428;p71"/>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9" name="Google Shape;429;p71"/>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0" name="Google Shape;430;p71"/>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lt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lt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lt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lt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lt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lt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lt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lt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dk2"/>
        </a:solidFill>
      </p:bgPr>
    </p:bg>
    <p:spTree>
      <p:nvGrpSpPr>
        <p:cNvPr id="437" name="Shape 437"/>
        <p:cNvGrpSpPr/>
        <p:nvPr/>
      </p:nvGrpSpPr>
      <p:grpSpPr>
        <a:xfrm>
          <a:off x="0" y="0"/>
          <a:ext cx="0" cy="0"/>
          <a:chOff x="0" y="0"/>
          <a:chExt cx="0" cy="0"/>
        </a:xfrm>
      </p:grpSpPr>
      <p:sp>
        <p:nvSpPr>
          <p:cNvPr id="438" name="Google Shape;438;p22"/>
          <p:cNvSpPr/>
          <p:nvPr/>
        </p:nvSpPr>
        <p:spPr>
          <a:xfrm>
            <a:off x="1062566" y="1161412"/>
            <a:ext cx="10221119" cy="4831742"/>
          </a:xfrm>
          <a:prstGeom prst="rect">
            <a:avLst/>
          </a:prstGeom>
          <a:solidFill>
            <a:schemeClr val="accent2"/>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439" name="Google Shape;439;p22"/>
          <p:cNvSpPr/>
          <p:nvPr/>
        </p:nvSpPr>
        <p:spPr>
          <a:xfrm>
            <a:off x="858371" y="800100"/>
            <a:ext cx="10221119" cy="4953001"/>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Open Sans Light"/>
              <a:buNone/>
            </a:pPr>
            <a:r>
              <a:t/>
            </a:r>
            <a:endParaRPr b="0" i="0" sz="1800" u="none" cap="none" strike="noStrike">
              <a:solidFill>
                <a:schemeClr val="lt1"/>
              </a:solidFill>
              <a:latin typeface="Karla"/>
              <a:ea typeface="Karla"/>
              <a:cs typeface="Karla"/>
              <a:sym typeface="Karla"/>
            </a:endParaRPr>
          </a:p>
        </p:txBody>
      </p:sp>
      <p:sp>
        <p:nvSpPr>
          <p:cNvPr id="440" name="Google Shape;440;p22"/>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5400"/>
              <a:buFont typeface="Century Gothic"/>
              <a:buNone/>
              <a:defRPr sz="5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1" name="Google Shape;441;p22"/>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2" name="Google Shape;442;p22"/>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3" name="Google Shape;443;p22"/>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chemeClr val="lt1"/>
                </a:solidFill>
                <a:latin typeface="Open Sans Light"/>
                <a:ea typeface="Open Sans Light"/>
                <a:cs typeface="Open Sans Light"/>
                <a:sym typeface="Open Sans Light"/>
              </a:defRPr>
            </a:lvl1pPr>
            <a:lvl2pPr indent="0" lvl="1" marL="0" algn="r">
              <a:spcBef>
                <a:spcPts val="0"/>
              </a:spcBef>
              <a:buNone/>
              <a:defRPr b="0" i="0" sz="1200" u="none" cap="none" strike="noStrike">
                <a:solidFill>
                  <a:schemeClr val="lt1"/>
                </a:solidFill>
                <a:latin typeface="Open Sans Light"/>
                <a:ea typeface="Open Sans Light"/>
                <a:cs typeface="Open Sans Light"/>
                <a:sym typeface="Open Sans Light"/>
              </a:defRPr>
            </a:lvl2pPr>
            <a:lvl3pPr indent="0" lvl="2" marL="0" algn="r">
              <a:spcBef>
                <a:spcPts val="0"/>
              </a:spcBef>
              <a:buNone/>
              <a:defRPr b="0" i="0" sz="1200" u="none" cap="none" strike="noStrike">
                <a:solidFill>
                  <a:schemeClr val="lt1"/>
                </a:solidFill>
                <a:latin typeface="Open Sans Light"/>
                <a:ea typeface="Open Sans Light"/>
                <a:cs typeface="Open Sans Light"/>
                <a:sym typeface="Open Sans Light"/>
              </a:defRPr>
            </a:lvl3pPr>
            <a:lvl4pPr indent="0" lvl="3" marL="0" algn="r">
              <a:spcBef>
                <a:spcPts val="0"/>
              </a:spcBef>
              <a:buNone/>
              <a:defRPr b="0" i="0" sz="1200" u="none" cap="none" strike="noStrike">
                <a:solidFill>
                  <a:schemeClr val="lt1"/>
                </a:solidFill>
                <a:latin typeface="Open Sans Light"/>
                <a:ea typeface="Open Sans Light"/>
                <a:cs typeface="Open Sans Light"/>
                <a:sym typeface="Open Sans Light"/>
              </a:defRPr>
            </a:lvl4pPr>
            <a:lvl5pPr indent="0" lvl="4" marL="0" algn="r">
              <a:spcBef>
                <a:spcPts val="0"/>
              </a:spcBef>
              <a:buNone/>
              <a:defRPr b="0" i="0" sz="1200" u="none" cap="none" strike="noStrike">
                <a:solidFill>
                  <a:schemeClr val="lt1"/>
                </a:solidFill>
                <a:latin typeface="Open Sans Light"/>
                <a:ea typeface="Open Sans Light"/>
                <a:cs typeface="Open Sans Light"/>
                <a:sym typeface="Open Sans Light"/>
              </a:defRPr>
            </a:lvl5pPr>
            <a:lvl6pPr indent="0" lvl="5" marL="0" algn="r">
              <a:spcBef>
                <a:spcPts val="0"/>
              </a:spcBef>
              <a:buNone/>
              <a:defRPr b="0" i="0" sz="1200" u="none" cap="none" strike="noStrike">
                <a:solidFill>
                  <a:schemeClr val="lt1"/>
                </a:solidFill>
                <a:latin typeface="Open Sans Light"/>
                <a:ea typeface="Open Sans Light"/>
                <a:cs typeface="Open Sans Light"/>
                <a:sym typeface="Open Sans Light"/>
              </a:defRPr>
            </a:lvl6pPr>
            <a:lvl7pPr indent="0" lvl="6" marL="0" algn="r">
              <a:spcBef>
                <a:spcPts val="0"/>
              </a:spcBef>
              <a:buNone/>
              <a:defRPr b="0" i="0" sz="1200" u="none" cap="none" strike="noStrike">
                <a:solidFill>
                  <a:schemeClr val="lt1"/>
                </a:solidFill>
                <a:latin typeface="Open Sans Light"/>
                <a:ea typeface="Open Sans Light"/>
                <a:cs typeface="Open Sans Light"/>
                <a:sym typeface="Open Sans Light"/>
              </a:defRPr>
            </a:lvl7pPr>
            <a:lvl8pPr indent="0" lvl="7" marL="0" algn="r">
              <a:spcBef>
                <a:spcPts val="0"/>
              </a:spcBef>
              <a:buNone/>
              <a:defRPr b="0" i="0" sz="1200" u="none" cap="none" strike="noStrike">
                <a:solidFill>
                  <a:schemeClr val="lt1"/>
                </a:solidFill>
                <a:latin typeface="Open Sans Light"/>
                <a:ea typeface="Open Sans Light"/>
                <a:cs typeface="Open Sans Light"/>
                <a:sym typeface="Open Sans Light"/>
              </a:defRPr>
            </a:lvl8pPr>
            <a:lvl9pPr indent="0" lvl="8" marL="0" algn="r">
              <a:spcBef>
                <a:spcPts val="0"/>
              </a:spcBef>
              <a:buNone/>
              <a:defRPr b="0" i="0" sz="1200" u="none" cap="none" strike="noStrik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2" Type="http://schemas.openxmlformats.org/officeDocument/2006/relationships/theme" Target="../theme/theme3.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612647" y="548640"/>
            <a:ext cx="10966705" cy="113225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600"/>
              <a:buFont typeface="Century Gothic"/>
              <a:buNone/>
              <a:defRPr b="0" i="0" sz="3600" u="none" cap="none" strike="noStrik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8"/>
          <p:cNvSpPr txBox="1"/>
          <p:nvPr>
            <p:ph idx="1" type="body"/>
          </p:nvPr>
        </p:nvSpPr>
        <p:spPr>
          <a:xfrm>
            <a:off x="612647" y="1715532"/>
            <a:ext cx="10966706" cy="45938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20000"/>
              </a:lnSpc>
              <a:spcBef>
                <a:spcPts val="10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1pPr>
            <a:lvl2pPr indent="-330200" lvl="1" marL="914400" marR="0" rtl="0" algn="l">
              <a:lnSpc>
                <a:spcPct val="120000"/>
              </a:lnSpc>
              <a:spcBef>
                <a:spcPts val="500"/>
              </a:spcBef>
              <a:spcAft>
                <a:spcPts val="0"/>
              </a:spcAft>
              <a:buClr>
                <a:schemeClr val="dk1"/>
              </a:buClr>
              <a:buSzPts val="1600"/>
              <a:buFont typeface="Arial"/>
              <a:buChar char="•"/>
              <a:defRPr b="0" i="0" sz="1600" u="none" cap="none" strike="noStrike">
                <a:solidFill>
                  <a:schemeClr val="dk1"/>
                </a:solidFill>
                <a:latin typeface="Open Sans Light"/>
                <a:ea typeface="Open Sans Light"/>
                <a:cs typeface="Open Sans Light"/>
                <a:sym typeface="Open Sans Light"/>
              </a:defRPr>
            </a:lvl2pPr>
            <a:lvl3pPr indent="-317500" lvl="2" marL="13716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Open Sans Light"/>
                <a:ea typeface="Open Sans Light"/>
                <a:cs typeface="Open Sans Light"/>
                <a:sym typeface="Open Sans Light"/>
              </a:defRPr>
            </a:lvl3pPr>
            <a:lvl4pPr indent="-317500" lvl="3" marL="1828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Open Sans Light"/>
                <a:ea typeface="Open Sans Light"/>
                <a:cs typeface="Open Sans Light"/>
                <a:sym typeface="Open Sans Light"/>
              </a:defRPr>
            </a:lvl4pPr>
            <a:lvl5pPr indent="-317500" lvl="4" marL="22860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Open Sans Light"/>
                <a:ea typeface="Open Sans Light"/>
                <a:cs typeface="Open Sans Light"/>
                <a:sym typeface="Open Sa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Light"/>
                <a:ea typeface="Open Sans Light"/>
                <a:cs typeface="Open Sans Light"/>
                <a:sym typeface="Open Sans Light"/>
              </a:defRPr>
            </a:lvl9pPr>
          </a:lstStyle>
          <a:p/>
        </p:txBody>
      </p:sp>
      <p:sp>
        <p:nvSpPr>
          <p:cNvPr id="12" name="Google Shape;12;p18"/>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13" name="Google Shape;13;p18"/>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dk1"/>
                </a:solidFill>
                <a:latin typeface="Open Sans Light"/>
                <a:ea typeface="Open Sans Light"/>
                <a:cs typeface="Open Sans Light"/>
                <a:sym typeface="Open Sans Light"/>
              </a:defRPr>
            </a:lvl9pPr>
          </a:lstStyle>
          <a:p/>
        </p:txBody>
      </p:sp>
      <p:sp>
        <p:nvSpPr>
          <p:cNvPr id="14" name="Google Shape;14;p18"/>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200" u="none" cap="none" strike="noStrike">
                <a:solidFill>
                  <a:schemeClr val="dk1"/>
                </a:solidFill>
                <a:latin typeface="Open Sans Light"/>
                <a:ea typeface="Open Sans Light"/>
                <a:cs typeface="Open Sans Light"/>
                <a:sym typeface="Open Sans Light"/>
              </a:defRPr>
            </a:lvl1pPr>
            <a:lvl2pPr indent="0" lvl="1" marL="0" marR="0" rtl="0" algn="r">
              <a:spcBef>
                <a:spcPts val="0"/>
              </a:spcBef>
              <a:buNone/>
              <a:defRPr b="0" i="0" sz="1200" u="none" cap="none" strike="noStrike">
                <a:solidFill>
                  <a:schemeClr val="dk1"/>
                </a:solidFill>
                <a:latin typeface="Open Sans Light"/>
                <a:ea typeface="Open Sans Light"/>
                <a:cs typeface="Open Sans Light"/>
                <a:sym typeface="Open Sans Light"/>
              </a:defRPr>
            </a:lvl2pPr>
            <a:lvl3pPr indent="0" lvl="2" marL="0" marR="0" rtl="0" algn="r">
              <a:spcBef>
                <a:spcPts val="0"/>
              </a:spcBef>
              <a:buNone/>
              <a:defRPr b="0" i="0" sz="1200" u="none" cap="none" strike="noStrike">
                <a:solidFill>
                  <a:schemeClr val="dk1"/>
                </a:solidFill>
                <a:latin typeface="Open Sans Light"/>
                <a:ea typeface="Open Sans Light"/>
                <a:cs typeface="Open Sans Light"/>
                <a:sym typeface="Open Sans Light"/>
              </a:defRPr>
            </a:lvl3pPr>
            <a:lvl4pPr indent="0" lvl="3" marL="0" marR="0" rtl="0" algn="r">
              <a:spcBef>
                <a:spcPts val="0"/>
              </a:spcBef>
              <a:buNone/>
              <a:defRPr b="0" i="0" sz="1200" u="none" cap="none" strike="noStrike">
                <a:solidFill>
                  <a:schemeClr val="dk1"/>
                </a:solidFill>
                <a:latin typeface="Open Sans Light"/>
                <a:ea typeface="Open Sans Light"/>
                <a:cs typeface="Open Sans Light"/>
                <a:sym typeface="Open Sans Light"/>
              </a:defRPr>
            </a:lvl4pPr>
            <a:lvl5pPr indent="0" lvl="4" marL="0" marR="0" rtl="0" algn="r">
              <a:spcBef>
                <a:spcPts val="0"/>
              </a:spcBef>
              <a:buNone/>
              <a:defRPr b="0" i="0" sz="1200" u="none" cap="none" strike="noStrike">
                <a:solidFill>
                  <a:schemeClr val="dk1"/>
                </a:solidFill>
                <a:latin typeface="Open Sans Light"/>
                <a:ea typeface="Open Sans Light"/>
                <a:cs typeface="Open Sans Light"/>
                <a:sym typeface="Open Sans Light"/>
              </a:defRPr>
            </a:lvl5pPr>
            <a:lvl6pPr indent="0" lvl="5" marL="0" marR="0" rtl="0" algn="r">
              <a:spcBef>
                <a:spcPts val="0"/>
              </a:spcBef>
              <a:buNone/>
              <a:defRPr b="0" i="0" sz="1200" u="none" cap="none" strike="noStrike">
                <a:solidFill>
                  <a:schemeClr val="dk1"/>
                </a:solidFill>
                <a:latin typeface="Open Sans Light"/>
                <a:ea typeface="Open Sans Light"/>
                <a:cs typeface="Open Sans Light"/>
                <a:sym typeface="Open Sans Light"/>
              </a:defRPr>
            </a:lvl6pPr>
            <a:lvl7pPr indent="0" lvl="6" marL="0" marR="0" rtl="0" algn="r">
              <a:spcBef>
                <a:spcPts val="0"/>
              </a:spcBef>
              <a:buNone/>
              <a:defRPr b="0" i="0" sz="1200" u="none" cap="none" strike="noStrike">
                <a:solidFill>
                  <a:schemeClr val="dk1"/>
                </a:solidFill>
                <a:latin typeface="Open Sans Light"/>
                <a:ea typeface="Open Sans Light"/>
                <a:cs typeface="Open Sans Light"/>
                <a:sym typeface="Open Sans Light"/>
              </a:defRPr>
            </a:lvl7pPr>
            <a:lvl8pPr indent="0" lvl="7" marL="0" marR="0" rtl="0" algn="r">
              <a:spcBef>
                <a:spcPts val="0"/>
              </a:spcBef>
              <a:buNone/>
              <a:defRPr b="0" i="0" sz="1200" u="none" cap="none" strike="noStrike">
                <a:solidFill>
                  <a:schemeClr val="dk1"/>
                </a:solidFill>
                <a:latin typeface="Open Sans Light"/>
                <a:ea typeface="Open Sans Light"/>
                <a:cs typeface="Open Sans Light"/>
                <a:sym typeface="Open Sans Light"/>
              </a:defRPr>
            </a:lvl8pPr>
            <a:lvl9pPr indent="0" lvl="8" marL="0" marR="0" rtl="0" algn="r">
              <a:spcBef>
                <a:spcPts val="0"/>
              </a:spcBef>
              <a:buNone/>
              <a:defRPr b="0" i="0" sz="1200" u="none" cap="none" strike="noStrike">
                <a:solidFill>
                  <a:schemeClr val="dk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1" name="Shape 431"/>
        <p:cNvGrpSpPr/>
        <p:nvPr/>
      </p:nvGrpSpPr>
      <p:grpSpPr>
        <a:xfrm>
          <a:off x="0" y="0"/>
          <a:ext cx="0" cy="0"/>
          <a:chOff x="0" y="0"/>
          <a:chExt cx="0" cy="0"/>
        </a:xfrm>
      </p:grpSpPr>
      <p:sp>
        <p:nvSpPr>
          <p:cNvPr id="432" name="Google Shape;432;p20"/>
          <p:cNvSpPr txBox="1"/>
          <p:nvPr>
            <p:ph type="title"/>
          </p:nvPr>
        </p:nvSpPr>
        <p:spPr>
          <a:xfrm>
            <a:off x="612647" y="548640"/>
            <a:ext cx="10966705" cy="113225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Century Gothic"/>
              <a:buNone/>
              <a:defRPr b="0" i="0" sz="3600" u="none" cap="none" strike="noStrike">
                <a:solidFill>
                  <a:schemeClr val="l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3" name="Google Shape;433;p20"/>
          <p:cNvSpPr txBox="1"/>
          <p:nvPr>
            <p:ph idx="1" type="body"/>
          </p:nvPr>
        </p:nvSpPr>
        <p:spPr>
          <a:xfrm>
            <a:off x="612647" y="1715532"/>
            <a:ext cx="10966706" cy="45938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20000"/>
              </a:lnSpc>
              <a:spcBef>
                <a:spcPts val="1000"/>
              </a:spcBef>
              <a:spcAft>
                <a:spcPts val="0"/>
              </a:spcAft>
              <a:buClr>
                <a:schemeClr val="lt1"/>
              </a:buClr>
              <a:buSzPts val="1800"/>
              <a:buFont typeface="Arial"/>
              <a:buChar char="•"/>
              <a:defRPr b="0" i="0" sz="1800" u="none" cap="none" strike="noStrike">
                <a:solidFill>
                  <a:schemeClr val="lt1"/>
                </a:solidFill>
                <a:latin typeface="Open Sans Light"/>
                <a:ea typeface="Open Sans Light"/>
                <a:cs typeface="Open Sans Light"/>
                <a:sym typeface="Open Sans Light"/>
              </a:defRPr>
            </a:lvl1pPr>
            <a:lvl2pPr indent="-330200" lvl="1" marL="914400" marR="0" rtl="0" algn="l">
              <a:lnSpc>
                <a:spcPct val="120000"/>
              </a:lnSpc>
              <a:spcBef>
                <a:spcPts val="500"/>
              </a:spcBef>
              <a:spcAft>
                <a:spcPts val="0"/>
              </a:spcAft>
              <a:buClr>
                <a:schemeClr val="lt1"/>
              </a:buClr>
              <a:buSzPts val="1600"/>
              <a:buFont typeface="Arial"/>
              <a:buChar char="•"/>
              <a:defRPr b="0" i="0" sz="1600" u="none" cap="none" strike="noStrike">
                <a:solidFill>
                  <a:schemeClr val="lt1"/>
                </a:solidFill>
                <a:latin typeface="Open Sans Light"/>
                <a:ea typeface="Open Sans Light"/>
                <a:cs typeface="Open Sans Light"/>
                <a:sym typeface="Open Sans Light"/>
              </a:defRPr>
            </a:lvl2pPr>
            <a:lvl3pPr indent="-317500" lvl="2" marL="1371600" marR="0" rtl="0" algn="l">
              <a:lnSpc>
                <a:spcPct val="120000"/>
              </a:lnSpc>
              <a:spcBef>
                <a:spcPts val="500"/>
              </a:spcBef>
              <a:spcAft>
                <a:spcPts val="0"/>
              </a:spcAft>
              <a:buClr>
                <a:schemeClr val="lt1"/>
              </a:buClr>
              <a:buSzPts val="1400"/>
              <a:buFont typeface="Arial"/>
              <a:buChar char="•"/>
              <a:defRPr b="0" i="0" sz="1400" u="none" cap="none" strike="noStrike">
                <a:solidFill>
                  <a:schemeClr val="lt1"/>
                </a:solidFill>
                <a:latin typeface="Open Sans Light"/>
                <a:ea typeface="Open Sans Light"/>
                <a:cs typeface="Open Sans Light"/>
                <a:sym typeface="Open Sans Light"/>
              </a:defRPr>
            </a:lvl3pPr>
            <a:lvl4pPr indent="-317500" lvl="3" marL="1828800" marR="0" rtl="0" algn="l">
              <a:lnSpc>
                <a:spcPct val="120000"/>
              </a:lnSpc>
              <a:spcBef>
                <a:spcPts val="500"/>
              </a:spcBef>
              <a:spcAft>
                <a:spcPts val="0"/>
              </a:spcAft>
              <a:buClr>
                <a:schemeClr val="lt1"/>
              </a:buClr>
              <a:buSzPts val="1400"/>
              <a:buFont typeface="Arial"/>
              <a:buChar char="•"/>
              <a:defRPr b="0" i="0" sz="1400" u="none" cap="none" strike="noStrike">
                <a:solidFill>
                  <a:schemeClr val="lt1"/>
                </a:solidFill>
                <a:latin typeface="Open Sans Light"/>
                <a:ea typeface="Open Sans Light"/>
                <a:cs typeface="Open Sans Light"/>
                <a:sym typeface="Open Sans Light"/>
              </a:defRPr>
            </a:lvl4pPr>
            <a:lvl5pPr indent="-317500" lvl="4" marL="2286000" marR="0" rtl="0" algn="l">
              <a:lnSpc>
                <a:spcPct val="120000"/>
              </a:lnSpc>
              <a:spcBef>
                <a:spcPts val="500"/>
              </a:spcBef>
              <a:spcAft>
                <a:spcPts val="0"/>
              </a:spcAft>
              <a:buClr>
                <a:schemeClr val="lt1"/>
              </a:buClr>
              <a:buSzPts val="1400"/>
              <a:buFont typeface="Arial"/>
              <a:buChar char="•"/>
              <a:defRPr b="0" i="0" sz="1400" u="none" cap="none" strike="noStrike">
                <a:solidFill>
                  <a:schemeClr val="lt1"/>
                </a:solidFill>
                <a:latin typeface="Open Sans Light"/>
                <a:ea typeface="Open Sans Light"/>
                <a:cs typeface="Open Sans Light"/>
                <a:sym typeface="Open Sans Light"/>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Light"/>
                <a:ea typeface="Open Sans Light"/>
                <a:cs typeface="Open Sans Light"/>
                <a:sym typeface="Open Sans Light"/>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Light"/>
                <a:ea typeface="Open Sans Light"/>
                <a:cs typeface="Open Sans Light"/>
                <a:sym typeface="Open Sans Light"/>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Light"/>
                <a:ea typeface="Open Sans Light"/>
                <a:cs typeface="Open Sans Light"/>
                <a:sym typeface="Open Sans Light"/>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Light"/>
                <a:ea typeface="Open Sans Light"/>
                <a:cs typeface="Open Sans Light"/>
                <a:sym typeface="Open Sans Light"/>
              </a:defRPr>
            </a:lvl9pPr>
          </a:lstStyle>
          <a:p/>
        </p:txBody>
      </p:sp>
      <p:sp>
        <p:nvSpPr>
          <p:cNvPr id="434" name="Google Shape;434;p20"/>
          <p:cNvSpPr txBox="1"/>
          <p:nvPr>
            <p:ph idx="10" type="dt"/>
          </p:nvPr>
        </p:nvSpPr>
        <p:spPr>
          <a:xfrm>
            <a:off x="8893929" y="6410960"/>
            <a:ext cx="2202644" cy="29812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9pPr>
          </a:lstStyle>
          <a:p/>
        </p:txBody>
      </p:sp>
      <p:sp>
        <p:nvSpPr>
          <p:cNvPr id="435" name="Google Shape;435;p20"/>
          <p:cNvSpPr txBox="1"/>
          <p:nvPr>
            <p:ph idx="11" type="ftr"/>
          </p:nvPr>
        </p:nvSpPr>
        <p:spPr>
          <a:xfrm>
            <a:off x="612647" y="6410960"/>
            <a:ext cx="2805405" cy="29812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Open Sans Light"/>
                <a:ea typeface="Open Sans Light"/>
                <a:cs typeface="Open Sans Light"/>
                <a:sym typeface="Open Sans Light"/>
              </a:defRPr>
            </a:lvl1pPr>
            <a:lvl2pPr lvl="1"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2pPr>
            <a:lvl3pPr lvl="2"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3pPr>
            <a:lvl4pPr lvl="3"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4pPr>
            <a:lvl5pPr lvl="4"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5pPr>
            <a:lvl6pPr lvl="5"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6pPr>
            <a:lvl7pPr lvl="6"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7pPr>
            <a:lvl8pPr lvl="7"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8pPr>
            <a:lvl9pPr lvl="8" marR="0" rtl="0" algn="l">
              <a:spcBef>
                <a:spcPts val="0"/>
              </a:spcBef>
              <a:spcAft>
                <a:spcPts val="0"/>
              </a:spcAft>
              <a:buSzPts val="1400"/>
              <a:buNone/>
              <a:defRPr b="0" i="0" sz="1800" u="none" cap="none" strike="noStrike">
                <a:solidFill>
                  <a:schemeClr val="lt1"/>
                </a:solidFill>
                <a:latin typeface="Open Sans Light"/>
                <a:ea typeface="Open Sans Light"/>
                <a:cs typeface="Open Sans Light"/>
                <a:sym typeface="Open Sans Light"/>
              </a:defRPr>
            </a:lvl9pPr>
          </a:lstStyle>
          <a:p/>
        </p:txBody>
      </p:sp>
      <p:sp>
        <p:nvSpPr>
          <p:cNvPr id="436" name="Google Shape;436;p20"/>
          <p:cNvSpPr txBox="1"/>
          <p:nvPr>
            <p:ph idx="12" type="sldNum"/>
          </p:nvPr>
        </p:nvSpPr>
        <p:spPr>
          <a:xfrm>
            <a:off x="11147096" y="6410960"/>
            <a:ext cx="429207" cy="29812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Open Sans Light"/>
                <a:ea typeface="Open Sans Light"/>
                <a:cs typeface="Open Sans Light"/>
                <a:sym typeface="Open Sans Light"/>
              </a:defRPr>
            </a:lvl1pPr>
            <a:lvl2pPr indent="0" lvl="1" marL="0" marR="0" rtl="0" algn="r">
              <a:spcBef>
                <a:spcPts val="0"/>
              </a:spcBef>
              <a:buNone/>
              <a:defRPr b="0" i="0" sz="1200" u="none" cap="none" strike="noStrike">
                <a:solidFill>
                  <a:schemeClr val="lt1"/>
                </a:solidFill>
                <a:latin typeface="Open Sans Light"/>
                <a:ea typeface="Open Sans Light"/>
                <a:cs typeface="Open Sans Light"/>
                <a:sym typeface="Open Sans Light"/>
              </a:defRPr>
            </a:lvl2pPr>
            <a:lvl3pPr indent="0" lvl="2" marL="0" marR="0" rtl="0" algn="r">
              <a:spcBef>
                <a:spcPts val="0"/>
              </a:spcBef>
              <a:buNone/>
              <a:defRPr b="0" i="0" sz="1200" u="none" cap="none" strike="noStrike">
                <a:solidFill>
                  <a:schemeClr val="lt1"/>
                </a:solidFill>
                <a:latin typeface="Open Sans Light"/>
                <a:ea typeface="Open Sans Light"/>
                <a:cs typeface="Open Sans Light"/>
                <a:sym typeface="Open Sans Light"/>
              </a:defRPr>
            </a:lvl3pPr>
            <a:lvl4pPr indent="0" lvl="3" marL="0" marR="0" rtl="0" algn="r">
              <a:spcBef>
                <a:spcPts val="0"/>
              </a:spcBef>
              <a:buNone/>
              <a:defRPr b="0" i="0" sz="1200" u="none" cap="none" strike="noStrike">
                <a:solidFill>
                  <a:schemeClr val="lt1"/>
                </a:solidFill>
                <a:latin typeface="Open Sans Light"/>
                <a:ea typeface="Open Sans Light"/>
                <a:cs typeface="Open Sans Light"/>
                <a:sym typeface="Open Sans Light"/>
              </a:defRPr>
            </a:lvl4pPr>
            <a:lvl5pPr indent="0" lvl="4" marL="0" marR="0" rtl="0" algn="r">
              <a:spcBef>
                <a:spcPts val="0"/>
              </a:spcBef>
              <a:buNone/>
              <a:defRPr b="0" i="0" sz="1200" u="none" cap="none" strike="noStrike">
                <a:solidFill>
                  <a:schemeClr val="lt1"/>
                </a:solidFill>
                <a:latin typeface="Open Sans Light"/>
                <a:ea typeface="Open Sans Light"/>
                <a:cs typeface="Open Sans Light"/>
                <a:sym typeface="Open Sans Light"/>
              </a:defRPr>
            </a:lvl5pPr>
            <a:lvl6pPr indent="0" lvl="5" marL="0" marR="0" rtl="0" algn="r">
              <a:spcBef>
                <a:spcPts val="0"/>
              </a:spcBef>
              <a:buNone/>
              <a:defRPr b="0" i="0" sz="1200" u="none" cap="none" strike="noStrike">
                <a:solidFill>
                  <a:schemeClr val="lt1"/>
                </a:solidFill>
                <a:latin typeface="Open Sans Light"/>
                <a:ea typeface="Open Sans Light"/>
                <a:cs typeface="Open Sans Light"/>
                <a:sym typeface="Open Sans Light"/>
              </a:defRPr>
            </a:lvl6pPr>
            <a:lvl7pPr indent="0" lvl="6" marL="0" marR="0" rtl="0" algn="r">
              <a:spcBef>
                <a:spcPts val="0"/>
              </a:spcBef>
              <a:buNone/>
              <a:defRPr b="0" i="0" sz="1200" u="none" cap="none" strike="noStrike">
                <a:solidFill>
                  <a:schemeClr val="lt1"/>
                </a:solidFill>
                <a:latin typeface="Open Sans Light"/>
                <a:ea typeface="Open Sans Light"/>
                <a:cs typeface="Open Sans Light"/>
                <a:sym typeface="Open Sans Light"/>
              </a:defRPr>
            </a:lvl7pPr>
            <a:lvl8pPr indent="0" lvl="7" marL="0" marR="0" rtl="0" algn="r">
              <a:spcBef>
                <a:spcPts val="0"/>
              </a:spcBef>
              <a:buNone/>
              <a:defRPr b="0" i="0" sz="1200" u="none" cap="none" strike="noStrike">
                <a:solidFill>
                  <a:schemeClr val="lt1"/>
                </a:solidFill>
                <a:latin typeface="Open Sans Light"/>
                <a:ea typeface="Open Sans Light"/>
                <a:cs typeface="Open Sans Light"/>
                <a:sym typeface="Open Sans Light"/>
              </a:defRPr>
            </a:lvl8pPr>
            <a:lvl9pPr indent="0" lvl="8" marL="0" marR="0" rtl="0" algn="r">
              <a:spcBef>
                <a:spcPts val="0"/>
              </a:spcBef>
              <a:buNone/>
              <a:defRPr b="0" i="0" sz="1200" u="none" cap="none" strike="noStrike">
                <a:solidFill>
                  <a:schemeClr val="lt1"/>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0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1"/>
          <p:cNvSpPr txBox="1"/>
          <p:nvPr>
            <p:ph type="title"/>
          </p:nvPr>
        </p:nvSpPr>
        <p:spPr>
          <a:xfrm>
            <a:off x="593541" y="603503"/>
            <a:ext cx="4235820" cy="373989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5200"/>
              <a:buFont typeface="Constantia"/>
              <a:buNone/>
            </a:pPr>
            <a:r>
              <a:rPr lang="en-US">
                <a:latin typeface="Constantia"/>
                <a:ea typeface="Constantia"/>
                <a:cs typeface="Constantia"/>
                <a:sym typeface="Constantia"/>
              </a:rPr>
              <a:t>App Egresados para proceso de titulación</a:t>
            </a:r>
            <a:endParaRPr/>
          </a:p>
        </p:txBody>
      </p:sp>
      <p:sp>
        <p:nvSpPr>
          <p:cNvPr id="450" name="Google Shape;450;p1"/>
          <p:cNvSpPr txBox="1"/>
          <p:nvPr>
            <p:ph idx="1" type="subTitle"/>
          </p:nvPr>
        </p:nvSpPr>
        <p:spPr>
          <a:xfrm>
            <a:off x="593541" y="3877194"/>
            <a:ext cx="4235700" cy="1380600"/>
          </a:xfrm>
          <a:prstGeom prst="rect">
            <a:avLst/>
          </a:prstGeom>
          <a:noFill/>
          <a:ln>
            <a:noFill/>
          </a:ln>
        </p:spPr>
        <p:txBody>
          <a:bodyPr anchorCtr="0" anchor="b"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latin typeface="Arial"/>
                <a:ea typeface="Arial"/>
                <a:cs typeface="Arial"/>
                <a:sym typeface="Arial"/>
              </a:rPr>
              <a:t>OPTIMIZACIÓN Y GESTIÓN EFICIENTE DE LOS PROCESOS ACADÉMICOS</a:t>
            </a:r>
            <a:endParaRPr>
              <a:latin typeface="Arial"/>
              <a:ea typeface="Arial"/>
              <a:cs typeface="Arial"/>
              <a:sym typeface="Arial"/>
            </a:endParaRPr>
          </a:p>
        </p:txBody>
      </p:sp>
      <p:pic>
        <p:nvPicPr>
          <p:cNvPr id="451" name="Google Shape;451;p1"/>
          <p:cNvPicPr preferRelativeResize="0"/>
          <p:nvPr/>
        </p:nvPicPr>
        <p:blipFill rotWithShape="1">
          <a:blip r:embed="rId3">
            <a:alphaModFix/>
          </a:blip>
          <a:srcRect b="0" l="0" r="0" t="0"/>
          <a:stretch/>
        </p:blipFill>
        <p:spPr>
          <a:xfrm>
            <a:off x="5737464" y="776287"/>
            <a:ext cx="6309864" cy="488848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Constantia"/>
              <a:buNone/>
            </a:pPr>
            <a:r>
              <a:rPr lang="en-US">
                <a:latin typeface="Constantia"/>
                <a:ea typeface="Constantia"/>
                <a:cs typeface="Constantia"/>
                <a:sym typeface="Constantia"/>
              </a:rPr>
              <a:t>Introducción</a:t>
            </a:r>
            <a:endParaRPr>
              <a:latin typeface="Constantia"/>
              <a:ea typeface="Constantia"/>
              <a:cs typeface="Constantia"/>
              <a:sym typeface="Constantia"/>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457"/>
                                        </p:tgtEl>
                                        <p:attrNameLst>
                                          <p:attrName>style.visibility</p:attrName>
                                        </p:attrNameLst>
                                      </p:cBhvr>
                                      <p:to>
                                        <p:strVal val="visible"/>
                                      </p:to>
                                    </p:set>
                                    <p:animEffect filter="fade" transition="in">
                                      <p:cBhvr>
                                        <p:cTn dur="700"/>
                                        <p:tgtEl>
                                          <p:spTgt spid="4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
          <p:cNvSpPr txBox="1"/>
          <p:nvPr>
            <p:ph type="title"/>
          </p:nvPr>
        </p:nvSpPr>
        <p:spPr>
          <a:xfrm>
            <a:off x="612647" y="218268"/>
            <a:ext cx="6858000" cy="93268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onstantia"/>
              <a:buNone/>
            </a:pPr>
            <a:r>
              <a:rPr lang="en-US" sz="2800">
                <a:latin typeface="Constantia"/>
                <a:ea typeface="Constantia"/>
                <a:cs typeface="Constantia"/>
                <a:sym typeface="Constantia"/>
              </a:rPr>
              <a:t>Objetivo y </a:t>
            </a:r>
            <a:r>
              <a:rPr lang="en-US" sz="2800">
                <a:latin typeface="Constantia"/>
                <a:ea typeface="Constantia"/>
                <a:cs typeface="Constantia"/>
                <a:sym typeface="Constantia"/>
              </a:rPr>
              <a:t>problemática</a:t>
            </a:r>
            <a:r>
              <a:rPr lang="en-US" sz="2800">
                <a:latin typeface="Constantia"/>
                <a:ea typeface="Constantia"/>
                <a:cs typeface="Constantia"/>
                <a:sym typeface="Constantia"/>
              </a:rPr>
              <a:t> del sistema.</a:t>
            </a:r>
            <a:endParaRPr/>
          </a:p>
        </p:txBody>
      </p:sp>
      <p:sp>
        <p:nvSpPr>
          <p:cNvPr id="464" name="Google Shape;464;p3"/>
          <p:cNvSpPr txBox="1"/>
          <p:nvPr>
            <p:ph idx="1" type="body"/>
          </p:nvPr>
        </p:nvSpPr>
        <p:spPr>
          <a:xfrm>
            <a:off x="612647" y="1493948"/>
            <a:ext cx="6858000" cy="5257264"/>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800"/>
              <a:buFont typeface="Arial"/>
              <a:buNone/>
            </a:pPr>
            <a:r>
              <a:rPr b="1" lang="en-US">
                <a:latin typeface="Constantia"/>
                <a:ea typeface="Constantia"/>
                <a:cs typeface="Constantia"/>
                <a:sym typeface="Constantia"/>
              </a:rPr>
              <a:t>Digitalización del proceso</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El proyecto busca digitalizar el proceso de titulación para agilizar y facilitar la gestión de documentos y trámites.</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Problemas actuales</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Los procesos manuales generan retrasos, falta de seguimiento y comunicación ineficiente entre estudiantes y personal.</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Solución integral</a:t>
            </a:r>
            <a:endParaRPr/>
          </a:p>
          <a:p>
            <a:pPr indent="0" lvl="1" marL="0" rtl="0" algn="l">
              <a:lnSpc>
                <a:spcPct val="120000"/>
              </a:lnSpc>
              <a:spcBef>
                <a:spcPts val="500"/>
              </a:spcBef>
              <a:spcAft>
                <a:spcPts val="0"/>
              </a:spcAft>
              <a:buClr>
                <a:schemeClr val="dk1"/>
              </a:buClr>
              <a:buSzPts val="1800"/>
              <a:buFont typeface="Arial"/>
              <a:buNone/>
            </a:pPr>
            <a:r>
              <a:rPr lang="en-US" sz="1800"/>
              <a:t>La plataforma centraliza funciones clave como seguimiento, comunicación directa y notificaciones automáticas.</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Beneficios esperados</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Mejorar la transparencia, reducir trámites presenciales y garantizar la seguridad de datos académicos.</a:t>
            </a:r>
            <a:endParaRPr/>
          </a:p>
        </p:txBody>
      </p:sp>
      <p:pic>
        <p:nvPicPr>
          <p:cNvPr descr="Resolución 4K" id="465" name="Google Shape;465;p3"/>
          <p:cNvPicPr preferRelativeResize="0"/>
          <p:nvPr>
            <p:ph idx="2" type="pic"/>
          </p:nvPr>
        </p:nvPicPr>
        <p:blipFill rotWithShape="1">
          <a:blip r:embed="rId3">
            <a:alphaModFix/>
          </a:blip>
          <a:srcRect b="0" l="33753" r="32616" t="0"/>
          <a:stretch/>
        </p:blipFill>
        <p:spPr>
          <a:xfrm>
            <a:off x="8091732" y="10"/>
            <a:ext cx="4100267" cy="6857990"/>
          </a:xfrm>
          <a:prstGeom prst="rect">
            <a:avLst/>
          </a:prstGeom>
          <a:noFill/>
          <a:ln cap="flat" cmpd="sng" w="25400">
            <a:solidFill>
              <a:srgbClr val="000000"/>
            </a:solidFill>
            <a:prstDash val="solid"/>
            <a:round/>
            <a:headEnd len="sm" w="sm" type="none"/>
            <a:tailEnd len="sm" w="sm" type="none"/>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Constantia"/>
              <a:buNone/>
            </a:pPr>
            <a:r>
              <a:rPr lang="en-US">
                <a:latin typeface="Constantia"/>
                <a:ea typeface="Constantia"/>
                <a:cs typeface="Constantia"/>
                <a:sym typeface="Constantia"/>
              </a:rPr>
              <a:t>Evolución del Producto</a:t>
            </a:r>
            <a:endParaRPr>
              <a:latin typeface="Constantia"/>
              <a:ea typeface="Constantia"/>
              <a:cs typeface="Constantia"/>
              <a:sym typeface="Constantia"/>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471"/>
                                        </p:tgtEl>
                                        <p:attrNameLst>
                                          <p:attrName>style.visibility</p:attrName>
                                        </p:attrNameLst>
                                      </p:cBhvr>
                                      <p:to>
                                        <p:strVal val="visible"/>
                                      </p:to>
                                    </p:set>
                                    <p:animEffect filter="fade" transition="in">
                                      <p:cBhvr>
                                        <p:cTn dur="400"/>
                                        <p:tgtEl>
                                          <p:spTgt spid="4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
          <p:cNvSpPr txBox="1"/>
          <p:nvPr>
            <p:ph type="title"/>
          </p:nvPr>
        </p:nvSpPr>
        <p:spPr>
          <a:xfrm>
            <a:off x="612648" y="706802"/>
            <a:ext cx="4672584" cy="126948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onstantia"/>
              <a:buNone/>
            </a:pPr>
            <a:r>
              <a:rPr lang="en-US" sz="2800">
                <a:latin typeface="Constantia"/>
                <a:ea typeface="Constantia"/>
                <a:cs typeface="Constantia"/>
                <a:sym typeface="Constantia"/>
              </a:rPr>
              <a:t>Transición de concepto a solución digital</a:t>
            </a:r>
            <a:endParaRPr/>
          </a:p>
        </p:txBody>
      </p:sp>
      <p:pic>
        <p:nvPicPr>
          <p:cNvPr descr="Redes sociales y personas 4K" id="478" name="Google Shape;478;p5"/>
          <p:cNvPicPr preferRelativeResize="0"/>
          <p:nvPr>
            <p:ph idx="2" type="pic"/>
          </p:nvPr>
        </p:nvPicPr>
        <p:blipFill rotWithShape="1">
          <a:blip r:embed="rId3">
            <a:alphaModFix/>
          </a:blip>
          <a:srcRect b="0" l="0" r="0" t="0"/>
          <a:stretch/>
        </p:blipFill>
        <p:spPr>
          <a:xfrm>
            <a:off x="609599" y="2808213"/>
            <a:ext cx="4488792" cy="2524945"/>
          </a:xfrm>
          <a:prstGeom prst="rect">
            <a:avLst/>
          </a:prstGeom>
          <a:noFill/>
          <a:ln cap="flat" cmpd="sng" w="25400">
            <a:solidFill>
              <a:srgbClr val="000000"/>
            </a:solidFill>
            <a:prstDash val="solid"/>
            <a:round/>
            <a:headEnd len="sm" w="sm" type="none"/>
            <a:tailEnd len="sm" w="sm" type="none"/>
          </a:ln>
        </p:spPr>
      </p:pic>
      <p:sp>
        <p:nvSpPr>
          <p:cNvPr id="479" name="Google Shape;479;p5"/>
          <p:cNvSpPr txBox="1"/>
          <p:nvPr>
            <p:ph idx="1" type="body"/>
          </p:nvPr>
        </p:nvSpPr>
        <p:spPr>
          <a:xfrm>
            <a:off x="5651563" y="705419"/>
            <a:ext cx="6091259" cy="5432113"/>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Font typeface="Arial"/>
              <a:buNone/>
            </a:pPr>
            <a:r>
              <a:rPr b="1" lang="en-US">
                <a:latin typeface="Constantia"/>
                <a:ea typeface="Constantia"/>
                <a:cs typeface="Constantia"/>
                <a:sym typeface="Constantia"/>
              </a:rPr>
              <a:t>Evolución de producto digital</a:t>
            </a:r>
            <a:endParaRPr/>
          </a:p>
          <a:p>
            <a:pPr indent="0" lvl="1" marL="0" rtl="0" algn="l">
              <a:lnSpc>
                <a:spcPct val="120000"/>
              </a:lnSpc>
              <a:spcBef>
                <a:spcPts val="500"/>
              </a:spcBef>
              <a:spcAft>
                <a:spcPts val="0"/>
              </a:spcAft>
              <a:buClr>
                <a:schemeClr val="dk1"/>
              </a:buClr>
              <a:buSzPts val="1800"/>
              <a:buFont typeface="Arial"/>
              <a:buNone/>
            </a:pPr>
            <a:r>
              <a:rPr lang="en-US" sz="1800"/>
              <a:t>El producto pasó de una idea a una solución digital completa con mejoras en UI/UX y usabilidad.</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Pantalla de inicio y perfil</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La pantalla de inicio muestra progreso de titulación y el perfil organiza datos académicos claramente.</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Funcionalidades mínimas viables</a:t>
            </a:r>
            <a:endParaRPr/>
          </a:p>
          <a:p>
            <a:pPr indent="0" lvl="1" marL="0" rtl="0" algn="l">
              <a:lnSpc>
                <a:spcPct val="120000"/>
              </a:lnSpc>
              <a:spcBef>
                <a:spcPts val="500"/>
              </a:spcBef>
              <a:spcAft>
                <a:spcPts val="0"/>
              </a:spcAft>
              <a:buClr>
                <a:schemeClr val="dk1"/>
              </a:buClr>
              <a:buSzPts val="1800"/>
              <a:buFont typeface="Arial"/>
              <a:buNone/>
            </a:pPr>
            <a:r>
              <a:rPr lang="en-US" sz="1800"/>
              <a:t>Incluye registro, carga segura, control de estatus, notificaciones y chat interno para usuarios.</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Doble interfaz para roles</a:t>
            </a:r>
            <a:endParaRPr/>
          </a:p>
          <a:p>
            <a:pPr indent="0" lvl="1" marL="0" rtl="0" algn="l">
              <a:lnSpc>
                <a:spcPct val="120000"/>
              </a:lnSpc>
              <a:spcBef>
                <a:spcPts val="500"/>
              </a:spcBef>
              <a:spcAft>
                <a:spcPts val="0"/>
              </a:spcAft>
              <a:buClr>
                <a:schemeClr val="dk1"/>
              </a:buClr>
              <a:buSzPts val="1800"/>
              <a:buFont typeface="Arial"/>
              <a:buNone/>
            </a:pPr>
            <a:r>
              <a:rPr lang="en-US" sz="1800"/>
              <a:t>Sistema con interfaces separadas para egresados y personal administrativo según sus necesidades.</a:t>
            </a: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Constantia"/>
              <a:buNone/>
            </a:pPr>
            <a:r>
              <a:rPr lang="en-US">
                <a:latin typeface="Constantia"/>
                <a:ea typeface="Constantia"/>
                <a:cs typeface="Constantia"/>
                <a:sym typeface="Constantia"/>
              </a:rPr>
              <a:t>Arquitectura y Funcionalidades</a:t>
            </a:r>
            <a:endParaRPr>
              <a:latin typeface="Constantia"/>
              <a:ea typeface="Constantia"/>
              <a:cs typeface="Constantia"/>
              <a:sym typeface="Constantia"/>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485"/>
                                        </p:tgtEl>
                                        <p:attrNameLst>
                                          <p:attrName>style.visibility</p:attrName>
                                        </p:attrNameLst>
                                      </p:cBhvr>
                                      <p:to>
                                        <p:strVal val="visible"/>
                                      </p:to>
                                    </p:set>
                                    <p:animEffect filter="fade" transition="in">
                                      <p:cBhvr>
                                        <p:cTn dur="4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7"/>
          <p:cNvSpPr txBox="1"/>
          <p:nvPr>
            <p:ph type="title"/>
          </p:nvPr>
        </p:nvSpPr>
        <p:spPr>
          <a:xfrm>
            <a:off x="612647" y="378688"/>
            <a:ext cx="6858000" cy="93268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onstantia"/>
              <a:buNone/>
            </a:pPr>
            <a:r>
              <a:rPr lang="en-US">
                <a:latin typeface="Constantia"/>
                <a:ea typeface="Constantia"/>
                <a:cs typeface="Constantia"/>
                <a:sym typeface="Constantia"/>
              </a:rPr>
              <a:t>Módulos clave del sistema</a:t>
            </a:r>
            <a:endParaRPr>
              <a:latin typeface="Constantia"/>
              <a:ea typeface="Constantia"/>
              <a:cs typeface="Constantia"/>
              <a:sym typeface="Constantia"/>
            </a:endParaRPr>
          </a:p>
        </p:txBody>
      </p:sp>
      <p:sp>
        <p:nvSpPr>
          <p:cNvPr id="492" name="Google Shape;492;p7"/>
          <p:cNvSpPr txBox="1"/>
          <p:nvPr>
            <p:ph idx="1" type="body"/>
          </p:nvPr>
        </p:nvSpPr>
        <p:spPr>
          <a:xfrm>
            <a:off x="612647" y="1453843"/>
            <a:ext cx="6858000" cy="5243896"/>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800"/>
              <a:buFont typeface="Arial"/>
              <a:buNone/>
            </a:pPr>
            <a:r>
              <a:rPr b="1" lang="en-US">
                <a:latin typeface="Constantia"/>
                <a:ea typeface="Constantia"/>
                <a:cs typeface="Constantia"/>
                <a:sym typeface="Constantia"/>
              </a:rPr>
              <a:t>Gestión del Perfil</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El módulo de Perfil permite visualizar y editar información académica y personal de manera sencilla y segura.</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Carga y Validación de Documentos</a:t>
            </a:r>
            <a:endParaRPr/>
          </a:p>
          <a:p>
            <a:pPr indent="0" lvl="1" marL="0" rtl="0" algn="l">
              <a:lnSpc>
                <a:spcPct val="120000"/>
              </a:lnSpc>
              <a:spcBef>
                <a:spcPts val="500"/>
              </a:spcBef>
              <a:spcAft>
                <a:spcPts val="0"/>
              </a:spcAft>
              <a:buClr>
                <a:schemeClr val="dk1"/>
              </a:buClr>
              <a:buSzPts val="1800"/>
              <a:buFont typeface="Arial"/>
              <a:buNone/>
            </a:pPr>
            <a:r>
              <a:rPr lang="en-US" sz="1800"/>
              <a:t>El módulo de Expediente facilita la carga y validación de documentos con formatos y tamaños específicos.</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Seguimiento del Estatus</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El módulo de Estatus presenta el avance del proceso mediante una línea de tiempo visual clara y accesible.</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Comunicación y Notificaciones</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La mensajería interna y sistema de notificaciones facilitan la comunicación y alertas sobre eventos importantes.</a:t>
            </a:r>
            <a:endParaRPr/>
          </a:p>
        </p:txBody>
      </p:sp>
      <p:pic>
        <p:nvPicPr>
          <p:cNvPr descr="Formulario web de inicio de sesión" id="493" name="Google Shape;493;p7"/>
          <p:cNvPicPr preferRelativeResize="0"/>
          <p:nvPr>
            <p:ph idx="2" type="pic"/>
          </p:nvPr>
        </p:nvPicPr>
        <p:blipFill rotWithShape="1">
          <a:blip r:embed="rId3">
            <a:alphaModFix/>
          </a:blip>
          <a:srcRect b="1" l="31701" r="26447" t="0"/>
          <a:stretch/>
        </p:blipFill>
        <p:spPr>
          <a:xfrm>
            <a:off x="8091732" y="10"/>
            <a:ext cx="4100267" cy="6857990"/>
          </a:xfrm>
          <a:prstGeom prst="rect">
            <a:avLst/>
          </a:prstGeom>
          <a:noFill/>
          <a:ln cap="flat" cmpd="sng" w="25400">
            <a:solidFill>
              <a:srgbClr val="000000"/>
            </a:solidFill>
            <a:prstDash val="solid"/>
            <a:round/>
            <a:headEnd len="sm" w="sm" type="none"/>
            <a:tailEnd len="sm" w="sm" type="none"/>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8"/>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Century Gothic"/>
              <a:buNone/>
            </a:pPr>
            <a:r>
              <a:rPr lang="en-US"/>
              <a:t>Metodología Scrum</a:t>
            </a: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9"/>
          <p:cNvSpPr txBox="1"/>
          <p:nvPr>
            <p:ph type="title"/>
          </p:nvPr>
        </p:nvSpPr>
        <p:spPr>
          <a:xfrm>
            <a:off x="612647" y="338583"/>
            <a:ext cx="6858000" cy="93268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nstantia"/>
              <a:buNone/>
            </a:pPr>
            <a:r>
              <a:rPr lang="en-US" sz="3300">
                <a:latin typeface="Constantia"/>
                <a:ea typeface="Constantia"/>
                <a:cs typeface="Constantia"/>
                <a:sym typeface="Constantia"/>
              </a:rPr>
              <a:t>Aplicación de metodología ágil</a:t>
            </a:r>
            <a:endParaRPr sz="3300">
              <a:latin typeface="Constantia"/>
              <a:ea typeface="Constantia"/>
              <a:cs typeface="Constantia"/>
              <a:sym typeface="Constantia"/>
            </a:endParaRPr>
          </a:p>
        </p:txBody>
      </p:sp>
      <p:sp>
        <p:nvSpPr>
          <p:cNvPr id="506" name="Google Shape;506;p9"/>
          <p:cNvSpPr txBox="1"/>
          <p:nvPr>
            <p:ph idx="1" type="body"/>
          </p:nvPr>
        </p:nvSpPr>
        <p:spPr>
          <a:xfrm>
            <a:off x="505700" y="1387000"/>
            <a:ext cx="6858000" cy="5254237"/>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800"/>
              <a:buFont typeface="Arial"/>
              <a:buNone/>
            </a:pPr>
            <a:r>
              <a:rPr b="1" lang="en-US">
                <a:latin typeface="Constantia"/>
                <a:ea typeface="Constantia"/>
                <a:cs typeface="Constantia"/>
                <a:sym typeface="Constantia"/>
              </a:rPr>
              <a:t>Metodología Scrum</a:t>
            </a:r>
            <a:endParaRPr/>
          </a:p>
          <a:p>
            <a:pPr indent="0" lvl="1" marL="0" rtl="0" algn="l">
              <a:lnSpc>
                <a:spcPct val="120000"/>
              </a:lnSpc>
              <a:spcBef>
                <a:spcPts val="500"/>
              </a:spcBef>
              <a:spcAft>
                <a:spcPts val="0"/>
              </a:spcAft>
              <a:buClr>
                <a:schemeClr val="dk1"/>
              </a:buClr>
              <a:buSzPts val="1800"/>
              <a:buFont typeface="Arial"/>
              <a:buNone/>
            </a:pPr>
            <a:r>
              <a:rPr lang="en-US" sz="1800"/>
              <a:t>Scrum permitió entrega progresiva y adaptación eficiente a cambios durante el proyecto.</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Roles en el equipo</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Se definieron roles específicos: Product Owner, Scrum Master, desarrolladores y testers para una gestión clara.</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Gestión de sprints</a:t>
            </a:r>
            <a:endParaRPr/>
          </a:p>
          <a:p>
            <a:pPr indent="0" lvl="1" marL="0" rtl="0" algn="l">
              <a:lnSpc>
                <a:spcPct val="120000"/>
              </a:lnSpc>
              <a:spcBef>
                <a:spcPts val="500"/>
              </a:spcBef>
              <a:spcAft>
                <a:spcPts val="0"/>
              </a:spcAft>
              <a:buClr>
                <a:schemeClr val="dk1"/>
              </a:buClr>
              <a:buSzPts val="1800"/>
              <a:buFont typeface="Arial"/>
              <a:buNone/>
            </a:pPr>
            <a:r>
              <a:rPr lang="en-US" sz="1800"/>
              <a:t>Planificación semanal con tareas claras y criterios de aceptación para asegurar objetivos alcanzables.</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Artefactos ágiles</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Uso de Historias de Usuario, Diagramas de Casos de Uso y Requisitos No Funcionales para seguimiento y calidad.</a:t>
            </a:r>
            <a:endParaRPr/>
          </a:p>
        </p:txBody>
      </p:sp>
      <p:pic>
        <p:nvPicPr>
          <p:cNvPr descr="Personas en el mostrador de reuniones" id="507" name="Google Shape;507;p9"/>
          <p:cNvPicPr preferRelativeResize="0"/>
          <p:nvPr>
            <p:ph idx="2" type="pic"/>
          </p:nvPr>
        </p:nvPicPr>
        <p:blipFill rotWithShape="1">
          <a:blip r:embed="rId3">
            <a:alphaModFix/>
          </a:blip>
          <a:srcRect b="0" l="29176" r="37193" t="0"/>
          <a:stretch/>
        </p:blipFill>
        <p:spPr>
          <a:xfrm>
            <a:off x="8091732" y="10"/>
            <a:ext cx="4100267" cy="6857990"/>
          </a:xfrm>
          <a:prstGeom prst="rect">
            <a:avLst/>
          </a:prstGeom>
          <a:noFill/>
          <a:ln cap="flat" cmpd="sng" w="25400">
            <a:solidFill>
              <a:srgbClr val="000000"/>
            </a:solidFill>
            <a:prstDash val="solid"/>
            <a:round/>
            <a:headEnd len="sm" w="sm" type="none"/>
            <a:tailEnd len="sm" w="sm" type="none"/>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10"/>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Constantia"/>
              <a:buNone/>
            </a:pPr>
            <a:r>
              <a:rPr lang="en-US">
                <a:latin typeface="Constantia"/>
                <a:ea typeface="Constantia"/>
                <a:cs typeface="Constantia"/>
                <a:sym typeface="Constantia"/>
              </a:rPr>
              <a:t>Competencias Desarrolladas</a:t>
            </a: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513"/>
                                        </p:tgtEl>
                                        <p:attrNameLst>
                                          <p:attrName>style.visibility</p:attrName>
                                        </p:attrNameLst>
                                      </p:cBhvr>
                                      <p:to>
                                        <p:strVal val="visible"/>
                                      </p:to>
                                    </p:set>
                                    <p:animEffect filter="fade" transition="in">
                                      <p:cBhvr>
                                        <p:cTn dur="400"/>
                                        <p:tgtEl>
                                          <p:spTgt spid="5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11"/>
          <p:cNvSpPr txBox="1"/>
          <p:nvPr>
            <p:ph type="title"/>
          </p:nvPr>
        </p:nvSpPr>
        <p:spPr>
          <a:xfrm>
            <a:off x="612647" y="322578"/>
            <a:ext cx="6858000" cy="932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Century Gothic"/>
              <a:buNone/>
            </a:pPr>
            <a:r>
              <a:rPr lang="en-US" sz="3200">
                <a:latin typeface="Constantia"/>
                <a:ea typeface="Constantia"/>
                <a:cs typeface="Constantia"/>
                <a:sym typeface="Constantia"/>
              </a:rPr>
              <a:t>Fortalecimiento técnico y metodológico</a:t>
            </a:r>
            <a:endParaRPr sz="3200">
              <a:latin typeface="Constantia"/>
              <a:ea typeface="Constantia"/>
              <a:cs typeface="Constantia"/>
              <a:sym typeface="Constantia"/>
            </a:endParaRPr>
          </a:p>
        </p:txBody>
      </p:sp>
      <p:sp>
        <p:nvSpPr>
          <p:cNvPr id="520" name="Google Shape;520;p11"/>
          <p:cNvSpPr txBox="1"/>
          <p:nvPr>
            <p:ph idx="1" type="body"/>
          </p:nvPr>
        </p:nvSpPr>
        <p:spPr>
          <a:xfrm>
            <a:off x="530547" y="1397707"/>
            <a:ext cx="6858000" cy="45354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400"/>
              <a:buFont typeface="Arial"/>
              <a:buNone/>
            </a:pPr>
            <a:r>
              <a:rPr b="1" lang="en-US" sz="1600">
                <a:latin typeface="Constantia"/>
                <a:ea typeface="Constantia"/>
                <a:cs typeface="Constantia"/>
                <a:sym typeface="Constantia"/>
              </a:rPr>
              <a:t>Análisis y Diseño de Sistemas</a:t>
            </a:r>
            <a:endParaRPr b="1" sz="1600">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400"/>
              <a:buFont typeface="Arial"/>
              <a:buNone/>
            </a:pPr>
            <a:r>
              <a:rPr lang="en-US"/>
              <a:t>Se promovió el análisis, diseño y desarrollo con diagramas, modelado de bases de datos y diseño arquitectónico para sistemas de información.</a:t>
            </a:r>
            <a:endParaRPr/>
          </a:p>
          <a:p>
            <a:pPr indent="0" lvl="0" marL="0" rtl="0" algn="l">
              <a:lnSpc>
                <a:spcPct val="120000"/>
              </a:lnSpc>
              <a:spcBef>
                <a:spcPts val="2500"/>
              </a:spcBef>
              <a:spcAft>
                <a:spcPts val="0"/>
              </a:spcAft>
              <a:buClr>
                <a:schemeClr val="dk1"/>
              </a:buClr>
              <a:buSzPts val="1400"/>
              <a:buFont typeface="Arial"/>
              <a:buNone/>
            </a:pPr>
            <a:r>
              <a:rPr b="1" lang="en-US" sz="1600">
                <a:latin typeface="Constantia"/>
                <a:ea typeface="Constantia"/>
                <a:cs typeface="Constantia"/>
                <a:sym typeface="Constantia"/>
              </a:rPr>
              <a:t>Gestión de Proyectos con Scrum</a:t>
            </a:r>
            <a:endParaRPr b="1" sz="1600">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400"/>
              <a:buFont typeface="Arial"/>
              <a:buNone/>
            </a:pPr>
            <a:r>
              <a:rPr lang="en-US"/>
              <a:t>La gestión de proyectos se fortaleció mediante Scrum, planificación de sprints y control riguroso de entregables para mejorar la eficiencia.</a:t>
            </a:r>
            <a:endParaRPr/>
          </a:p>
          <a:p>
            <a:pPr indent="0" lvl="0" marL="0" rtl="0" algn="l">
              <a:lnSpc>
                <a:spcPct val="120000"/>
              </a:lnSpc>
              <a:spcBef>
                <a:spcPts val="2500"/>
              </a:spcBef>
              <a:spcAft>
                <a:spcPts val="0"/>
              </a:spcAft>
              <a:buClr>
                <a:schemeClr val="dk1"/>
              </a:buClr>
              <a:buSzPts val="1400"/>
              <a:buFont typeface="Arial"/>
              <a:buNone/>
            </a:pPr>
            <a:r>
              <a:rPr b="1" lang="en-US" sz="1600">
                <a:latin typeface="Constantia"/>
                <a:ea typeface="Constantia"/>
                <a:cs typeface="Constantia"/>
                <a:sym typeface="Constantia"/>
              </a:rPr>
              <a:t>Programación Multiplataforma</a:t>
            </a:r>
            <a:endParaRPr b="1" sz="1600">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400"/>
              <a:buFont typeface="Arial"/>
              <a:buNone/>
            </a:pPr>
            <a:r>
              <a:rPr lang="en-US"/>
              <a:t>Se adquirieron habilidades en programación multiplataforma usando Android Studio y GitHub para desarrollo colaborativo y control de versiones.</a:t>
            </a:r>
            <a:endParaRPr/>
          </a:p>
          <a:p>
            <a:pPr indent="0" lvl="0" marL="0" rtl="0" algn="l">
              <a:lnSpc>
                <a:spcPct val="120000"/>
              </a:lnSpc>
              <a:spcBef>
                <a:spcPts val="2500"/>
              </a:spcBef>
              <a:spcAft>
                <a:spcPts val="0"/>
              </a:spcAft>
              <a:buClr>
                <a:schemeClr val="dk1"/>
              </a:buClr>
              <a:buSzPts val="1400"/>
              <a:buFont typeface="Arial"/>
              <a:buNone/>
            </a:pPr>
            <a:r>
              <a:rPr b="1" lang="en-US" sz="1600">
                <a:latin typeface="Constantia"/>
                <a:ea typeface="Constantia"/>
                <a:cs typeface="Constantia"/>
                <a:sym typeface="Constantia"/>
              </a:rPr>
              <a:t>Seguridad y Pruebas de Software</a:t>
            </a:r>
            <a:endParaRPr b="1" sz="1600">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400"/>
              <a:buFont typeface="Arial"/>
              <a:buNone/>
            </a:pPr>
            <a:r>
              <a:rPr lang="en-US"/>
              <a:t>Se aplicaron prácticas de seguridad como cifrado AES-256 y autenticación, junto con pruebas funcionales, usabilidad y rendimiento.</a:t>
            </a:r>
            <a:endParaRPr/>
          </a:p>
        </p:txBody>
      </p:sp>
      <p:pic>
        <p:nvPicPr>
          <p:cNvPr descr="Gráficos financieros en una pantalla oscura" id="521" name="Google Shape;521;p11"/>
          <p:cNvPicPr preferRelativeResize="0"/>
          <p:nvPr>
            <p:ph idx="2" type="pic"/>
          </p:nvPr>
        </p:nvPicPr>
        <p:blipFill rotWithShape="1">
          <a:blip r:embed="rId3">
            <a:alphaModFix/>
          </a:blip>
          <a:srcRect b="0" l="28669" r="33962" t="0"/>
          <a:stretch/>
        </p:blipFill>
        <p:spPr>
          <a:xfrm>
            <a:off x="8091732" y="10"/>
            <a:ext cx="4100267" cy="6857990"/>
          </a:xfrm>
          <a:prstGeom prst="rect">
            <a:avLst/>
          </a:prstGeom>
          <a:noFill/>
          <a:ln cap="flat" cmpd="sng" w="25400">
            <a:solidFill>
              <a:srgbClr val="000000"/>
            </a:solidFill>
            <a:prstDash val="solid"/>
            <a:round/>
            <a:headEnd len="sm" w="sm" type="none"/>
            <a:tailEnd len="sm" w="sm" type="none"/>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20"/>
                                        </p:tgtEl>
                                        <p:attrNameLst>
                                          <p:attrName>style.visibility</p:attrName>
                                        </p:attrNameLst>
                                      </p:cBhvr>
                                      <p:to>
                                        <p:strVal val="visible"/>
                                      </p:to>
                                    </p:set>
                                    <p:animEffect filter="fade" transition="in">
                                      <p:cBhvr>
                                        <p:cTn dur="500"/>
                                        <p:tgtEl>
                                          <p:spTgt spid="5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2"/>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Century Gothic"/>
              <a:buNone/>
            </a:pPr>
            <a:r>
              <a:rPr lang="en-US">
                <a:latin typeface="Constantia"/>
                <a:ea typeface="Constantia"/>
                <a:cs typeface="Constantia"/>
                <a:sym typeface="Constantia"/>
              </a:rPr>
              <a:t>Métrica de Contribución</a:t>
            </a:r>
            <a:endParaRPr>
              <a:latin typeface="Constantia"/>
              <a:ea typeface="Constantia"/>
              <a:cs typeface="Constantia"/>
              <a:sym typeface="Constantia"/>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527"/>
                                        </p:tgtEl>
                                        <p:attrNameLst>
                                          <p:attrName>style.visibility</p:attrName>
                                        </p:attrNameLst>
                                      </p:cBhvr>
                                      <p:to>
                                        <p:strVal val="visible"/>
                                      </p:to>
                                    </p:set>
                                    <p:animEffect filter="fade" transition="in">
                                      <p:cBhvr>
                                        <p:cTn dur="1000"/>
                                        <p:tgtEl>
                                          <p:spTgt spid="5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13"/>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onstantia"/>
              <a:buNone/>
            </a:pPr>
            <a:r>
              <a:rPr lang="en-US">
                <a:latin typeface="Constantia"/>
                <a:ea typeface="Constantia"/>
                <a:cs typeface="Constantia"/>
                <a:sym typeface="Constantia"/>
              </a:rPr>
              <a:t>Distribución de tareas por sprint</a:t>
            </a:r>
            <a:endParaRPr/>
          </a:p>
        </p:txBody>
      </p:sp>
      <p:graphicFrame>
        <p:nvGraphicFramePr>
          <p:cNvPr id="534" name="Google Shape;534;p13"/>
          <p:cNvGraphicFramePr/>
          <p:nvPr/>
        </p:nvGraphicFramePr>
        <p:xfrm>
          <a:off x="612647" y="1656491"/>
          <a:ext cx="3000000" cy="3000000"/>
        </p:xfrm>
        <a:graphic>
          <a:graphicData uri="http://schemas.openxmlformats.org/drawingml/2006/table">
            <a:tbl>
              <a:tblPr bandRow="1" firstRow="1">
                <a:noFill/>
                <a:tableStyleId>{1FEE09E7-7EF1-4A4E-8A03-F1421A274B18}</a:tableStyleId>
              </a:tblPr>
              <a:tblGrid>
                <a:gridCol w="1869525"/>
                <a:gridCol w="2590350"/>
                <a:gridCol w="2197375"/>
                <a:gridCol w="2227600"/>
                <a:gridCol w="2078800"/>
              </a:tblGrid>
              <a:tr h="812550">
                <a:tc>
                  <a:txBody>
                    <a:bodyPr/>
                    <a:lstStyle/>
                    <a:p>
                      <a:pPr indent="0" lvl="0" marL="0" marR="0" rtl="0" algn="l">
                        <a:spcBef>
                          <a:spcPts val="0"/>
                        </a:spcBef>
                        <a:spcAft>
                          <a:spcPts val="0"/>
                        </a:spcAft>
                        <a:buClr>
                          <a:schemeClr val="dk1"/>
                        </a:buClr>
                        <a:buSzPts val="2300"/>
                        <a:buFont typeface="Open Sans Light"/>
                        <a:buNone/>
                      </a:pPr>
                      <a:r>
                        <a:rPr b="1" lang="en-US" sz="2300" u="none" cap="none" strike="noStrike">
                          <a:solidFill>
                            <a:schemeClr val="dk1"/>
                          </a:solidFill>
                        </a:rPr>
                        <a:t>SPRINT</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300"/>
                        <a:buFont typeface="Open Sans Light"/>
                        <a:buNone/>
                      </a:pPr>
                      <a:r>
                        <a:rPr b="1" lang="en-US" sz="2300" u="none" cap="none" strike="noStrike">
                          <a:solidFill>
                            <a:schemeClr val="dk1"/>
                          </a:solidFill>
                        </a:rPr>
                        <a:t>BRAYAN</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300"/>
                        <a:buFont typeface="Open Sans Light"/>
                        <a:buNone/>
                      </a:pPr>
                      <a:r>
                        <a:rPr b="1" lang="en-US" sz="2300" u="none" cap="none" strike="noStrike">
                          <a:solidFill>
                            <a:schemeClr val="dk1"/>
                          </a:solidFill>
                        </a:rPr>
                        <a:t>DIEGO</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300"/>
                        <a:buFont typeface="Open Sans Light"/>
                        <a:buNone/>
                      </a:pPr>
                      <a:r>
                        <a:rPr b="1" lang="en-US" sz="2300" u="none" cap="none" strike="noStrike">
                          <a:solidFill>
                            <a:schemeClr val="dk1"/>
                          </a:solidFill>
                        </a:rPr>
                        <a:t>DANIELA</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300"/>
                        <a:buFont typeface="Open Sans Light"/>
                        <a:buNone/>
                      </a:pPr>
                      <a:r>
                        <a:rPr b="1" lang="en-US" sz="2300" u="none" cap="none" strike="noStrike">
                          <a:solidFill>
                            <a:schemeClr val="dk1"/>
                          </a:solidFill>
                        </a:rPr>
                        <a:t>YULISA</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tcPr>
                </a:tc>
              </a:tr>
              <a:tr h="745575">
                <a:tc>
                  <a:txBody>
                    <a:bodyPr/>
                    <a:lstStyle/>
                    <a:p>
                      <a:pPr indent="0" lvl="0" marL="0" marR="0" rtl="0" algn="l">
                        <a:spcBef>
                          <a:spcPts val="0"/>
                        </a:spcBef>
                        <a:spcAft>
                          <a:spcPts val="0"/>
                        </a:spcAft>
                        <a:buClr>
                          <a:schemeClr val="dk1"/>
                        </a:buClr>
                        <a:buSzPts val="1900"/>
                        <a:buFont typeface="Open Sans Light"/>
                        <a:buNone/>
                      </a:pPr>
                      <a:r>
                        <a:rPr b="1" lang="en-US" sz="1900" u="none" cap="none" strike="noStrike">
                          <a:solidFill>
                            <a:schemeClr val="dk1"/>
                          </a:solidFill>
                        </a:rPr>
                        <a:t>1</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Coordinador / 30%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Backend / 30%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Frontend / 30%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Tester / 300%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45575">
                <a:tc>
                  <a:txBody>
                    <a:bodyPr/>
                    <a:lstStyle/>
                    <a:p>
                      <a:pPr indent="0" lvl="0" marL="0" marR="0" rtl="0" algn="l">
                        <a:spcBef>
                          <a:spcPts val="0"/>
                        </a:spcBef>
                        <a:spcAft>
                          <a:spcPts val="0"/>
                        </a:spcAft>
                        <a:buClr>
                          <a:schemeClr val="dk1"/>
                        </a:buClr>
                        <a:buSzPts val="1900"/>
                        <a:buFont typeface="Open Sans Light"/>
                        <a:buNone/>
                      </a:pPr>
                      <a:r>
                        <a:rPr b="1" lang="en-US" sz="1900" u="none" cap="none" strike="noStrike">
                          <a:solidFill>
                            <a:schemeClr val="dk1"/>
                          </a:solidFill>
                        </a:rPr>
                        <a:t>2</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Integrador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Backend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UI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Tester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45575">
                <a:tc>
                  <a:txBody>
                    <a:bodyPr/>
                    <a:lstStyle/>
                    <a:p>
                      <a:pPr indent="0" lvl="0" marL="0" marR="0" rtl="0" algn="l">
                        <a:spcBef>
                          <a:spcPts val="0"/>
                        </a:spcBef>
                        <a:spcAft>
                          <a:spcPts val="0"/>
                        </a:spcAft>
                        <a:buClr>
                          <a:schemeClr val="dk1"/>
                        </a:buClr>
                        <a:buSzPts val="1900"/>
                        <a:buFont typeface="Open Sans Light"/>
                        <a:buNone/>
                      </a:pPr>
                      <a:r>
                        <a:rPr b="1" lang="en-US" sz="1900" u="none" cap="none" strike="noStrike">
                          <a:solidFill>
                            <a:schemeClr val="dk1"/>
                          </a:solidFill>
                        </a:rPr>
                        <a:t>3</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Coordinador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Backend / 30%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Frontend / 20%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Tester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45575">
                <a:tc>
                  <a:txBody>
                    <a:bodyPr/>
                    <a:lstStyle/>
                    <a:p>
                      <a:pPr indent="0" lvl="0" marL="0" marR="0" rtl="0" algn="l">
                        <a:spcBef>
                          <a:spcPts val="0"/>
                        </a:spcBef>
                        <a:spcAft>
                          <a:spcPts val="0"/>
                        </a:spcAft>
                        <a:buClr>
                          <a:schemeClr val="dk1"/>
                        </a:buClr>
                        <a:buSzPts val="1900"/>
                        <a:buFont typeface="Open Sans Light"/>
                        <a:buNone/>
                      </a:pPr>
                      <a:r>
                        <a:rPr b="1" lang="en-US" sz="1900" u="none" cap="none" strike="noStrike">
                          <a:solidFill>
                            <a:schemeClr val="dk1"/>
                          </a:solidFill>
                        </a:rPr>
                        <a:t>4</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Backend / 30%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Backend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Frontend / 20%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Tester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45575">
                <a:tc>
                  <a:txBody>
                    <a:bodyPr/>
                    <a:lstStyle/>
                    <a:p>
                      <a:pPr indent="0" lvl="0" marL="0" marR="0" rtl="0" algn="l">
                        <a:spcBef>
                          <a:spcPts val="0"/>
                        </a:spcBef>
                        <a:spcAft>
                          <a:spcPts val="0"/>
                        </a:spcAft>
                        <a:buClr>
                          <a:schemeClr val="dk1"/>
                        </a:buClr>
                        <a:buSzPts val="1900"/>
                        <a:buFont typeface="Open Sans Light"/>
                        <a:buNone/>
                      </a:pPr>
                      <a:r>
                        <a:rPr b="1" lang="en-US" sz="1900" u="none" cap="none" strike="noStrike">
                          <a:solidFill>
                            <a:schemeClr val="dk1"/>
                          </a:solidFill>
                        </a:rPr>
                        <a:t>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Coordinador / 30%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Backend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Frontend / 20%</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900"/>
                        <a:buFont typeface="Open Sans Light"/>
                        <a:buNone/>
                      </a:pPr>
                      <a:r>
                        <a:rPr lang="en-US" sz="1900" u="none" cap="none" strike="noStrike">
                          <a:solidFill>
                            <a:schemeClr val="dk1"/>
                          </a:solidFill>
                        </a:rPr>
                        <a:t>Tester / 25%</a:t>
                      </a:r>
                      <a:endParaRPr/>
                    </a:p>
                  </a:txBody>
                  <a:tcPr marT="200900" marB="200900" marR="200900" marL="200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14"/>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Constantia"/>
              <a:buNone/>
            </a:pPr>
            <a:r>
              <a:rPr lang="en-US">
                <a:latin typeface="Constantia"/>
                <a:ea typeface="Constantia"/>
                <a:cs typeface="Constantia"/>
                <a:sym typeface="Constantia"/>
              </a:rPr>
              <a:t>Evolución del producto</a:t>
            </a:r>
            <a:endParaRPr>
              <a:latin typeface="Constantia"/>
              <a:ea typeface="Constantia"/>
              <a:cs typeface="Constantia"/>
              <a:sym typeface="Constantia"/>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15"/>
          <p:cNvSpPr txBox="1"/>
          <p:nvPr>
            <p:ph type="title"/>
          </p:nvPr>
        </p:nvSpPr>
        <p:spPr>
          <a:xfrm>
            <a:off x="612648" y="514649"/>
            <a:ext cx="10963655" cy="972373"/>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Font typeface="Constantia"/>
              <a:buNone/>
            </a:pPr>
            <a:r>
              <a:rPr lang="en-US">
                <a:solidFill>
                  <a:srgbClr val="000000"/>
                </a:solidFill>
                <a:latin typeface="Constantia"/>
                <a:ea typeface="Constantia"/>
                <a:cs typeface="Constantia"/>
                <a:sym typeface="Constantia"/>
              </a:rPr>
              <a:t>Transición de concepto a solucion digital.</a:t>
            </a:r>
            <a:br>
              <a:rPr lang="en-US">
                <a:latin typeface="Constantia"/>
                <a:ea typeface="Constantia"/>
                <a:cs typeface="Constantia"/>
                <a:sym typeface="Constantia"/>
              </a:rPr>
            </a:br>
            <a:endParaRPr i="1" u="sng">
              <a:solidFill>
                <a:srgbClr val="000000"/>
              </a:solidFill>
              <a:highlight>
                <a:srgbClr val="FFFF00"/>
              </a:highlight>
              <a:latin typeface="Constantia"/>
              <a:ea typeface="Constantia"/>
              <a:cs typeface="Constantia"/>
              <a:sym typeface="Constantia"/>
            </a:endParaRPr>
          </a:p>
        </p:txBody>
      </p:sp>
      <p:sp>
        <p:nvSpPr>
          <p:cNvPr id="546" name="Google Shape;546;p15"/>
          <p:cNvSpPr txBox="1"/>
          <p:nvPr>
            <p:ph idx="1" type="body"/>
          </p:nvPr>
        </p:nvSpPr>
        <p:spPr>
          <a:xfrm>
            <a:off x="612647" y="1629786"/>
            <a:ext cx="10963656" cy="459382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Clr>
                <a:schemeClr val="dk1"/>
              </a:buClr>
              <a:buSzPts val="2000"/>
              <a:buChar char="•"/>
            </a:pPr>
            <a:r>
              <a:rPr b="1" lang="en-US" sz="2000">
                <a:latin typeface="Constantia"/>
                <a:ea typeface="Constantia"/>
                <a:cs typeface="Constantia"/>
                <a:sym typeface="Constantia"/>
              </a:rPr>
              <a:t>Evolución de la Interfaz</a:t>
            </a:r>
            <a:endParaRPr sz="2000">
              <a:latin typeface="Constantia"/>
              <a:ea typeface="Constantia"/>
              <a:cs typeface="Constantia"/>
              <a:sym typeface="Constantia"/>
            </a:endParaRPr>
          </a:p>
          <a:p>
            <a:pPr indent="0" lvl="1" marL="228600" rtl="0" algn="l">
              <a:lnSpc>
                <a:spcPct val="120000"/>
              </a:lnSpc>
              <a:spcBef>
                <a:spcPts val="500"/>
              </a:spcBef>
              <a:spcAft>
                <a:spcPts val="0"/>
              </a:spcAft>
              <a:buClr>
                <a:schemeClr val="dk1"/>
              </a:buClr>
              <a:buSzPts val="2000"/>
              <a:buNone/>
            </a:pPr>
            <a:r>
              <a:rPr lang="en-US" sz="2000">
                <a:latin typeface="Arial"/>
                <a:ea typeface="Arial"/>
                <a:cs typeface="Arial"/>
                <a:sym typeface="Arial"/>
              </a:rPr>
              <a:t>Se mejoró progresivamente la interfaz para ofrecernavegación intuitiva y claridad en la visualización dedatos académicos.</a:t>
            </a:r>
            <a:endParaRPr/>
          </a:p>
          <a:p>
            <a:pPr indent="-228600" lvl="0" marL="228600" rtl="0" algn="l">
              <a:lnSpc>
                <a:spcPct val="120000"/>
              </a:lnSpc>
              <a:spcBef>
                <a:spcPts val="2500"/>
              </a:spcBef>
              <a:spcAft>
                <a:spcPts val="0"/>
              </a:spcAft>
              <a:buClr>
                <a:schemeClr val="dk1"/>
              </a:buClr>
              <a:buSzPts val="2000"/>
              <a:buChar char="•"/>
            </a:pPr>
            <a:r>
              <a:rPr b="1" lang="en-US" sz="2000">
                <a:latin typeface="Constantia"/>
                <a:ea typeface="Constantia"/>
                <a:cs typeface="Constantia"/>
                <a:sym typeface="Constantia"/>
              </a:rPr>
              <a:t>Funcionalidades Clave</a:t>
            </a:r>
            <a:endParaRPr sz="2000">
              <a:latin typeface="Constantia"/>
              <a:ea typeface="Constantia"/>
              <a:cs typeface="Constantia"/>
              <a:sym typeface="Constantia"/>
            </a:endParaRPr>
          </a:p>
          <a:p>
            <a:pPr indent="0" lvl="1" marL="228600" rtl="0" algn="l">
              <a:lnSpc>
                <a:spcPct val="120000"/>
              </a:lnSpc>
              <a:spcBef>
                <a:spcPts val="500"/>
              </a:spcBef>
              <a:spcAft>
                <a:spcPts val="0"/>
              </a:spcAft>
              <a:buClr>
                <a:schemeClr val="dk1"/>
              </a:buClr>
              <a:buSzPts val="2000"/>
              <a:buNone/>
            </a:pPr>
            <a:r>
              <a:rPr lang="en-US" sz="2000">
                <a:latin typeface="Arial"/>
                <a:ea typeface="Arial"/>
                <a:cs typeface="Arial"/>
                <a:sym typeface="Arial"/>
              </a:rPr>
              <a:t>Incluye carga segura de documentos, control de estatus, notificaciones automáticas y mensajería interna eficiente.</a:t>
            </a:r>
            <a:endParaRPr/>
          </a:p>
          <a:p>
            <a:pPr indent="-228600" lvl="0" marL="228600" rtl="0" algn="l">
              <a:lnSpc>
                <a:spcPct val="120000"/>
              </a:lnSpc>
              <a:spcBef>
                <a:spcPts val="2500"/>
              </a:spcBef>
              <a:spcAft>
                <a:spcPts val="0"/>
              </a:spcAft>
              <a:buClr>
                <a:schemeClr val="dk1"/>
              </a:buClr>
              <a:buSzPts val="2000"/>
              <a:buChar char="•"/>
            </a:pPr>
            <a:r>
              <a:rPr b="1" lang="en-US" sz="2000">
                <a:latin typeface="Constantia"/>
                <a:ea typeface="Constantia"/>
                <a:cs typeface="Constantia"/>
                <a:sym typeface="Constantia"/>
              </a:rPr>
              <a:t>Interfaces para Usuarios</a:t>
            </a:r>
            <a:endParaRPr sz="2000">
              <a:latin typeface="Constantia"/>
              <a:ea typeface="Constantia"/>
              <a:cs typeface="Constantia"/>
              <a:sym typeface="Constantia"/>
            </a:endParaRPr>
          </a:p>
          <a:p>
            <a:pPr indent="0" lvl="1" marL="228600" rtl="0" algn="l">
              <a:lnSpc>
                <a:spcPct val="120000"/>
              </a:lnSpc>
              <a:spcBef>
                <a:spcPts val="500"/>
              </a:spcBef>
              <a:spcAft>
                <a:spcPts val="0"/>
              </a:spcAft>
              <a:buClr>
                <a:schemeClr val="dk1"/>
              </a:buClr>
              <a:buSzPts val="2000"/>
              <a:buNone/>
            </a:pPr>
            <a:r>
              <a:rPr lang="en-US" sz="2000">
                <a:latin typeface="Arial"/>
                <a:ea typeface="Arial"/>
                <a:cs typeface="Arial"/>
                <a:sym typeface="Arial"/>
              </a:rPr>
              <a:t>La aplicación ofrece interfaces específicas </a:t>
            </a:r>
            <a:r>
              <a:rPr lang="en-US" sz="2000">
                <a:latin typeface="Arial"/>
                <a:ea typeface="Arial"/>
                <a:cs typeface="Arial"/>
                <a:sym typeface="Arial"/>
              </a:rPr>
              <a:t>para egresados</a:t>
            </a:r>
            <a:r>
              <a:rPr lang="en-US" sz="2000">
                <a:latin typeface="Arial"/>
                <a:ea typeface="Arial"/>
                <a:cs typeface="Arial"/>
                <a:sym typeface="Arial"/>
              </a:rPr>
              <a:t> y personal administrativo, adaptadas a sus necesidades.</a:t>
            </a:r>
            <a:endParaRPr/>
          </a:p>
          <a:p>
            <a:pPr indent="-114300" lvl="0" marL="228600" rtl="0" algn="l">
              <a:lnSpc>
                <a:spcPct val="120000"/>
              </a:lnSpc>
              <a:spcBef>
                <a:spcPts val="1000"/>
              </a:spcBef>
              <a:spcAft>
                <a:spcPts val="0"/>
              </a:spcAft>
              <a:buClr>
                <a:schemeClr val="dk1"/>
              </a:buClr>
              <a:buSzPts val="1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6"/>
          <p:cNvSpPr txBox="1"/>
          <p:nvPr>
            <p:ph type="ctrTitle"/>
          </p:nvPr>
        </p:nvSpPr>
        <p:spPr>
          <a:xfrm>
            <a:off x="1522013" y="1282325"/>
            <a:ext cx="8893834" cy="398855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Constantia"/>
              <a:buNone/>
            </a:pPr>
            <a:r>
              <a:rPr lang="en-US">
                <a:latin typeface="Constantia"/>
                <a:ea typeface="Constantia"/>
                <a:cs typeface="Constantia"/>
                <a:sym typeface="Constantia"/>
              </a:rPr>
              <a:t>Conclusiones</a:t>
            </a:r>
            <a:endParaRPr>
              <a:latin typeface="Constantia"/>
              <a:ea typeface="Constantia"/>
              <a:cs typeface="Constantia"/>
              <a:sym typeface="Constantia"/>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7"/>
          <p:cNvSpPr txBox="1"/>
          <p:nvPr>
            <p:ph type="title"/>
          </p:nvPr>
        </p:nvSpPr>
        <p:spPr>
          <a:xfrm>
            <a:off x="612647" y="231636"/>
            <a:ext cx="6858000" cy="93268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onstantia"/>
              <a:buNone/>
            </a:pPr>
            <a:r>
              <a:rPr lang="en-US">
                <a:latin typeface="Constantia"/>
                <a:ea typeface="Constantia"/>
                <a:cs typeface="Constantia"/>
                <a:sym typeface="Constantia"/>
              </a:rPr>
              <a:t>Impacto y proyección futura.</a:t>
            </a:r>
            <a:endParaRPr/>
          </a:p>
        </p:txBody>
      </p:sp>
      <p:sp>
        <p:nvSpPr>
          <p:cNvPr id="559" name="Google Shape;559;p17"/>
          <p:cNvSpPr txBox="1"/>
          <p:nvPr>
            <p:ph idx="1" type="body"/>
          </p:nvPr>
        </p:nvSpPr>
        <p:spPr>
          <a:xfrm>
            <a:off x="612647" y="1306790"/>
            <a:ext cx="6858000" cy="5190422"/>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800"/>
              <a:buFont typeface="Arial"/>
              <a:buNone/>
            </a:pPr>
            <a:r>
              <a:rPr b="1" lang="en-US">
                <a:latin typeface="Constantia"/>
                <a:ea typeface="Constantia"/>
                <a:cs typeface="Constantia"/>
                <a:sym typeface="Constantia"/>
              </a:rPr>
              <a:t>Digitalización y transparencia</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El sistema integral mejora la transparencia y reduce trámites presenciales en procesos académicos digitales.</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Accesibilidad y escalabilidad</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La estructura modular y el diseño mobile-first aseguran acceso fácil y expansión futura del sistema.</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Validación automática futura</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Se proyecta implementar algoritmos automáticos que validen documentos y reduzcan carga administrativa.</a:t>
            </a:r>
            <a:endParaRPr/>
          </a:p>
          <a:p>
            <a:pPr indent="0" lvl="0" marL="0" rtl="0" algn="l">
              <a:lnSpc>
                <a:spcPct val="120000"/>
              </a:lnSpc>
              <a:spcBef>
                <a:spcPts val="2500"/>
              </a:spcBef>
              <a:spcAft>
                <a:spcPts val="0"/>
              </a:spcAft>
              <a:buClr>
                <a:schemeClr val="dk1"/>
              </a:buClr>
              <a:buSzPts val="1800"/>
              <a:buFont typeface="Arial"/>
              <a:buNone/>
            </a:pPr>
            <a:r>
              <a:rPr b="1" lang="en-US">
                <a:latin typeface="Constantia"/>
                <a:ea typeface="Constantia"/>
                <a:cs typeface="Constantia"/>
                <a:sym typeface="Constantia"/>
              </a:rPr>
              <a:t>Transformación educativa</a:t>
            </a:r>
            <a:endParaRPr b="1">
              <a:latin typeface="Constantia"/>
              <a:ea typeface="Constantia"/>
              <a:cs typeface="Constantia"/>
              <a:sym typeface="Constantia"/>
            </a:endParaRPr>
          </a:p>
          <a:p>
            <a:pPr indent="0" lvl="1" marL="0" rtl="0" algn="l">
              <a:lnSpc>
                <a:spcPct val="120000"/>
              </a:lnSpc>
              <a:spcBef>
                <a:spcPts val="500"/>
              </a:spcBef>
              <a:spcAft>
                <a:spcPts val="0"/>
              </a:spcAft>
              <a:buClr>
                <a:schemeClr val="dk1"/>
              </a:buClr>
              <a:buSzPts val="1800"/>
              <a:buFont typeface="Arial"/>
              <a:buNone/>
            </a:pPr>
            <a:r>
              <a:rPr lang="en-US" sz="1800"/>
              <a:t>La ingeniería de software transforma procesos educativos con soluciones tecnológicas centradas en el usuario.</a:t>
            </a:r>
            <a:endParaRPr/>
          </a:p>
        </p:txBody>
      </p:sp>
      <p:pic>
        <p:nvPicPr>
          <p:cNvPr descr="Mano de hombre de negocios mostrando el icono del archivo en la pantalla del teléfono móvil. Iconos de archivos dibujados en la pizarra que giran alrededor del teléfono." id="560" name="Google Shape;560;p17"/>
          <p:cNvPicPr preferRelativeResize="0"/>
          <p:nvPr>
            <p:ph idx="2" type="pic"/>
          </p:nvPr>
        </p:nvPicPr>
        <p:blipFill rotWithShape="1">
          <a:blip r:embed="rId3">
            <a:alphaModFix/>
          </a:blip>
          <a:srcRect b="-1" l="31530" r="28561" t="0"/>
          <a:stretch/>
        </p:blipFill>
        <p:spPr>
          <a:xfrm>
            <a:off x="8091732" y="10"/>
            <a:ext cx="4100267" cy="6857990"/>
          </a:xfrm>
          <a:prstGeom prst="rect">
            <a:avLst/>
          </a:prstGeom>
          <a:noFill/>
          <a:ln cap="flat" cmpd="sng" w="25400">
            <a:solidFill>
              <a:srgbClr val="000000"/>
            </a:solidFill>
            <a:prstDash val="solid"/>
            <a:round/>
            <a:headEnd len="sm" w="sm" type="none"/>
            <a:tailEnd len="sm" w="sm" type="none"/>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2024-06-26T20:20:27Z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